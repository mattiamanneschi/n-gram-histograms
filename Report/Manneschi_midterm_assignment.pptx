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8"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iDvuPVase3j0M3AnEKBvp/J+GkO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99" d="100"/>
          <a:sy n="199" d="100"/>
        </p:scale>
        <p:origin x="684" y="1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customschemas.google.com/relationships/presentationmetadata" Target="meta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it" sz="14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50" name="Google Shape;15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it"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3: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4: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5: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6: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0" name="Google Shape;18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7: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8: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6" name="Google Shape;19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9: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4" name="Google Shape;20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2" name="Google Shape;21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0" name="Google Shape;22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2: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3: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6" name="Google Shape;23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4: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6" name="Google Shape;24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5: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4" name="Google Shape;25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6: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4" name="Google Shape;26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7: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4" name="Google Shape;27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8: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2" name="Google Shape;28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93" name="Google Shape;293;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it"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pertina">
  <p:cSld name="Copertina">
    <p:bg>
      <p:bgPr>
        <a:solidFill>
          <a:schemeClr val="lt1"/>
        </a:solidFill>
        <a:effectLst/>
      </p:bgPr>
    </p:bg>
    <p:spTree>
      <p:nvGrpSpPr>
        <p:cNvPr id="1" name="Shape 6"/>
        <p:cNvGrpSpPr/>
        <p:nvPr/>
      </p:nvGrpSpPr>
      <p:grpSpPr>
        <a:xfrm>
          <a:off x="0" y="0"/>
          <a:ext cx="0" cy="0"/>
          <a:chOff x="0" y="0"/>
          <a:chExt cx="0" cy="0"/>
        </a:xfrm>
      </p:grpSpPr>
      <p:sp>
        <p:nvSpPr>
          <p:cNvPr id="7" name="Google Shape;7;p21"/>
          <p:cNvSpPr/>
          <p:nvPr/>
        </p:nvSpPr>
        <p:spPr>
          <a:xfrm>
            <a:off x="0" y="1"/>
            <a:ext cx="9144000" cy="5143500"/>
          </a:xfrm>
          <a:prstGeom prst="rect">
            <a:avLst/>
          </a:prstGeom>
          <a:solidFill>
            <a:srgbClr val="004C7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 name="Google Shape;8;p21"/>
          <p:cNvSpPr txBox="1">
            <a:spLocks noGrp="1"/>
          </p:cNvSpPr>
          <p:nvPr>
            <p:ph type="title"/>
          </p:nvPr>
        </p:nvSpPr>
        <p:spPr>
          <a:xfrm>
            <a:off x="1257300" y="1425255"/>
            <a:ext cx="7043738" cy="94289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3500"/>
              <a:buFont typeface="Verdana"/>
              <a:buNone/>
              <a:defRPr sz="3500" b="1" i="0" u="none" strike="noStrike" cap="none">
                <a:solidFill>
                  <a:schemeClr val="lt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21"/>
          <p:cNvSpPr txBox="1">
            <a:spLocks noGrp="1"/>
          </p:cNvSpPr>
          <p:nvPr>
            <p:ph type="body" idx="1"/>
          </p:nvPr>
        </p:nvSpPr>
        <p:spPr>
          <a:xfrm>
            <a:off x="1257300" y="2416372"/>
            <a:ext cx="7043738" cy="7286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500"/>
              <a:buFont typeface="Arial"/>
              <a:buNone/>
              <a:defRPr sz="2500" b="0" i="0" u="none" strike="noStrike" cap="none">
                <a:solidFill>
                  <a:schemeClr val="lt1"/>
                </a:solidFill>
                <a:latin typeface="Verdana"/>
                <a:ea typeface="Verdana"/>
                <a:cs typeface="Verdana"/>
                <a:sym typeface="Verdana"/>
              </a:defRPr>
            </a:lvl1pPr>
            <a:lvl2pPr marL="914400" marR="0" lvl="1" indent="-419100" algn="l" rtl="0">
              <a:lnSpc>
                <a:spcPct val="90000"/>
              </a:lnSpc>
              <a:spcBef>
                <a:spcPts val="500"/>
              </a:spcBef>
              <a:spcAft>
                <a:spcPts val="0"/>
              </a:spcAft>
              <a:buClr>
                <a:schemeClr val="lt1"/>
              </a:buClr>
              <a:buSzPts val="3000"/>
              <a:buFont typeface="Arial"/>
              <a:buChar char="•"/>
              <a:defRPr sz="3000" b="0" i="0" u="none" strike="noStrike" cap="none">
                <a:solidFill>
                  <a:schemeClr val="lt1"/>
                </a:solidFill>
                <a:latin typeface="Verdana"/>
                <a:ea typeface="Verdana"/>
                <a:cs typeface="Verdana"/>
                <a:sym typeface="Verdana"/>
              </a:defRPr>
            </a:lvl2pPr>
            <a:lvl3pPr marL="1371600" marR="0" lvl="2" indent="-419100" algn="l" rtl="0">
              <a:lnSpc>
                <a:spcPct val="90000"/>
              </a:lnSpc>
              <a:spcBef>
                <a:spcPts val="500"/>
              </a:spcBef>
              <a:spcAft>
                <a:spcPts val="0"/>
              </a:spcAft>
              <a:buClr>
                <a:schemeClr val="lt1"/>
              </a:buClr>
              <a:buSzPts val="3000"/>
              <a:buFont typeface="Arial"/>
              <a:buChar char="•"/>
              <a:defRPr sz="3000" b="0" i="0" u="none" strike="noStrike" cap="none">
                <a:solidFill>
                  <a:schemeClr val="lt1"/>
                </a:solidFill>
                <a:latin typeface="Verdana"/>
                <a:ea typeface="Verdana"/>
                <a:cs typeface="Verdana"/>
                <a:sym typeface="Verdana"/>
              </a:defRPr>
            </a:lvl3pPr>
            <a:lvl4pPr marL="1828800" marR="0" lvl="3" indent="-419100" algn="l" rtl="0">
              <a:lnSpc>
                <a:spcPct val="90000"/>
              </a:lnSpc>
              <a:spcBef>
                <a:spcPts val="500"/>
              </a:spcBef>
              <a:spcAft>
                <a:spcPts val="0"/>
              </a:spcAft>
              <a:buClr>
                <a:schemeClr val="lt1"/>
              </a:buClr>
              <a:buSzPts val="3000"/>
              <a:buFont typeface="Arial"/>
              <a:buChar char="•"/>
              <a:defRPr sz="3000" b="0" i="0" u="none" strike="noStrike" cap="none">
                <a:solidFill>
                  <a:schemeClr val="lt1"/>
                </a:solidFill>
                <a:latin typeface="Verdana"/>
                <a:ea typeface="Verdana"/>
                <a:cs typeface="Verdana"/>
                <a:sym typeface="Verdana"/>
              </a:defRPr>
            </a:lvl4pPr>
            <a:lvl5pPr marL="2286000" marR="0" lvl="4" indent="-419100" algn="l" rtl="0">
              <a:lnSpc>
                <a:spcPct val="90000"/>
              </a:lnSpc>
              <a:spcBef>
                <a:spcPts val="500"/>
              </a:spcBef>
              <a:spcAft>
                <a:spcPts val="0"/>
              </a:spcAft>
              <a:buClr>
                <a:schemeClr val="lt1"/>
              </a:buClr>
              <a:buSzPts val="3000"/>
              <a:buFont typeface="Arial"/>
              <a:buChar char="•"/>
              <a:defRPr sz="3000" b="0" i="0" u="none" strike="noStrike" cap="none">
                <a:solidFill>
                  <a:schemeClr val="lt1"/>
                </a:solidFill>
                <a:latin typeface="Verdana"/>
                <a:ea typeface="Verdana"/>
                <a:cs typeface="Verdana"/>
                <a:sym typeface="Verdan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p:nvPr/>
        </p:nvSpPr>
        <p:spPr>
          <a:xfrm>
            <a:off x="0" y="4120157"/>
            <a:ext cx="5379244" cy="267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 name="Google Shape;11;p21"/>
          <p:cNvSpPr txBox="1">
            <a:spLocks noGrp="1"/>
          </p:cNvSpPr>
          <p:nvPr>
            <p:ph type="body" idx="2"/>
          </p:nvPr>
        </p:nvSpPr>
        <p:spPr>
          <a:xfrm>
            <a:off x="1200945" y="4120158"/>
            <a:ext cx="4178299" cy="26789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4C7E"/>
              </a:buClr>
              <a:buSzPts val="2000"/>
              <a:buFont typeface="Arial"/>
              <a:buNone/>
              <a:defRPr sz="2000" b="1" i="0" u="none" strike="noStrike" cap="none">
                <a:solidFill>
                  <a:srgbClr val="004C7E"/>
                </a:solidFill>
                <a:latin typeface="Verdana"/>
                <a:ea typeface="Verdana"/>
                <a:cs typeface="Verdana"/>
                <a:sym typeface="Verdana"/>
              </a:defRPr>
            </a:lvl1pPr>
            <a:lvl2pPr marL="914400" marR="0" lvl="1" indent="-381000" algn="l" rtl="0">
              <a:lnSpc>
                <a:spcPct val="90000"/>
              </a:lnSpc>
              <a:spcBef>
                <a:spcPts val="500"/>
              </a:spcBef>
              <a:spcAft>
                <a:spcPts val="0"/>
              </a:spcAft>
              <a:buClr>
                <a:srgbClr val="004C7E"/>
              </a:buClr>
              <a:buSzPts val="2400"/>
              <a:buFont typeface="Arial"/>
              <a:buChar char="•"/>
              <a:defRPr sz="2400" b="0" i="0" u="none" strike="noStrike" cap="none">
                <a:solidFill>
                  <a:srgbClr val="004C7E"/>
                </a:solidFill>
                <a:latin typeface="Calibri"/>
                <a:ea typeface="Calibri"/>
                <a:cs typeface="Calibri"/>
                <a:sym typeface="Calibri"/>
              </a:defRPr>
            </a:lvl2pPr>
            <a:lvl3pPr marL="1371600" marR="0" lvl="2" indent="-355600" algn="l" rtl="0">
              <a:lnSpc>
                <a:spcPct val="90000"/>
              </a:lnSpc>
              <a:spcBef>
                <a:spcPts val="500"/>
              </a:spcBef>
              <a:spcAft>
                <a:spcPts val="0"/>
              </a:spcAft>
              <a:buClr>
                <a:srgbClr val="004C7E"/>
              </a:buClr>
              <a:buSzPts val="2000"/>
              <a:buFont typeface="Arial"/>
              <a:buChar char="•"/>
              <a:defRPr sz="2000" b="0" i="0" u="none" strike="noStrike" cap="none">
                <a:solidFill>
                  <a:srgbClr val="004C7E"/>
                </a:solidFill>
                <a:latin typeface="Calibri"/>
                <a:ea typeface="Calibri"/>
                <a:cs typeface="Calibri"/>
                <a:sym typeface="Calibri"/>
              </a:defRPr>
            </a:lvl3pPr>
            <a:lvl4pPr marL="1828800" marR="0" lvl="3" indent="-342900" algn="l" rtl="0">
              <a:lnSpc>
                <a:spcPct val="90000"/>
              </a:lnSpc>
              <a:spcBef>
                <a:spcPts val="500"/>
              </a:spcBef>
              <a:spcAft>
                <a:spcPts val="0"/>
              </a:spcAft>
              <a:buClr>
                <a:srgbClr val="004C7E"/>
              </a:buClr>
              <a:buSzPts val="1800"/>
              <a:buFont typeface="Arial"/>
              <a:buChar char="•"/>
              <a:defRPr sz="1800" b="0" i="0" u="none" strike="noStrike" cap="none">
                <a:solidFill>
                  <a:srgbClr val="004C7E"/>
                </a:solidFill>
                <a:latin typeface="Calibri"/>
                <a:ea typeface="Calibri"/>
                <a:cs typeface="Calibri"/>
                <a:sym typeface="Calibri"/>
              </a:defRPr>
            </a:lvl4pPr>
            <a:lvl5pPr marL="2286000" marR="0" lvl="4" indent="-342900" algn="l" rtl="0">
              <a:lnSpc>
                <a:spcPct val="90000"/>
              </a:lnSpc>
              <a:spcBef>
                <a:spcPts val="500"/>
              </a:spcBef>
              <a:spcAft>
                <a:spcPts val="0"/>
              </a:spcAft>
              <a:buClr>
                <a:srgbClr val="004C7E"/>
              </a:buClr>
              <a:buSzPts val="1800"/>
              <a:buFont typeface="Arial"/>
              <a:buChar char="•"/>
              <a:defRPr sz="1800" b="0" i="0" u="none" strike="noStrike" cap="none">
                <a:solidFill>
                  <a:srgbClr val="004C7E"/>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1"/>
          <p:cNvSpPr txBox="1">
            <a:spLocks noGrp="1"/>
          </p:cNvSpPr>
          <p:nvPr>
            <p:ph type="body" idx="3"/>
          </p:nvPr>
        </p:nvSpPr>
        <p:spPr>
          <a:xfrm>
            <a:off x="1200944" y="4388048"/>
            <a:ext cx="4178299" cy="26789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Verdana"/>
                <a:ea typeface="Verdana"/>
                <a:cs typeface="Verdana"/>
                <a:sym typeface="Verdana"/>
              </a:defRPr>
            </a:lvl1pPr>
            <a:lvl2pPr marL="914400" marR="0" lvl="1" indent="-381000" algn="l" rtl="0">
              <a:lnSpc>
                <a:spcPct val="90000"/>
              </a:lnSpc>
              <a:spcBef>
                <a:spcPts val="500"/>
              </a:spcBef>
              <a:spcAft>
                <a:spcPts val="0"/>
              </a:spcAft>
              <a:buClr>
                <a:srgbClr val="004C7E"/>
              </a:buClr>
              <a:buSzPts val="2400"/>
              <a:buFont typeface="Arial"/>
              <a:buChar char="•"/>
              <a:defRPr sz="2400" b="0" i="0" u="none" strike="noStrike" cap="none">
                <a:solidFill>
                  <a:srgbClr val="004C7E"/>
                </a:solidFill>
                <a:latin typeface="Calibri"/>
                <a:ea typeface="Calibri"/>
                <a:cs typeface="Calibri"/>
                <a:sym typeface="Calibri"/>
              </a:defRPr>
            </a:lvl2pPr>
            <a:lvl3pPr marL="1371600" marR="0" lvl="2" indent="-355600" algn="l" rtl="0">
              <a:lnSpc>
                <a:spcPct val="90000"/>
              </a:lnSpc>
              <a:spcBef>
                <a:spcPts val="500"/>
              </a:spcBef>
              <a:spcAft>
                <a:spcPts val="0"/>
              </a:spcAft>
              <a:buClr>
                <a:srgbClr val="004C7E"/>
              </a:buClr>
              <a:buSzPts val="2000"/>
              <a:buFont typeface="Arial"/>
              <a:buChar char="•"/>
              <a:defRPr sz="2000" b="0" i="0" u="none" strike="noStrike" cap="none">
                <a:solidFill>
                  <a:srgbClr val="004C7E"/>
                </a:solidFill>
                <a:latin typeface="Calibri"/>
                <a:ea typeface="Calibri"/>
                <a:cs typeface="Calibri"/>
                <a:sym typeface="Calibri"/>
              </a:defRPr>
            </a:lvl3pPr>
            <a:lvl4pPr marL="1828800" marR="0" lvl="3" indent="-342900" algn="l" rtl="0">
              <a:lnSpc>
                <a:spcPct val="90000"/>
              </a:lnSpc>
              <a:spcBef>
                <a:spcPts val="500"/>
              </a:spcBef>
              <a:spcAft>
                <a:spcPts val="0"/>
              </a:spcAft>
              <a:buClr>
                <a:srgbClr val="004C7E"/>
              </a:buClr>
              <a:buSzPts val="1800"/>
              <a:buFont typeface="Arial"/>
              <a:buChar char="•"/>
              <a:defRPr sz="1800" b="0" i="0" u="none" strike="noStrike" cap="none">
                <a:solidFill>
                  <a:srgbClr val="004C7E"/>
                </a:solidFill>
                <a:latin typeface="Calibri"/>
                <a:ea typeface="Calibri"/>
                <a:cs typeface="Calibri"/>
                <a:sym typeface="Calibri"/>
              </a:defRPr>
            </a:lvl4pPr>
            <a:lvl5pPr marL="2286000" marR="0" lvl="4" indent="-342900" algn="l" rtl="0">
              <a:lnSpc>
                <a:spcPct val="90000"/>
              </a:lnSpc>
              <a:spcBef>
                <a:spcPts val="500"/>
              </a:spcBef>
              <a:spcAft>
                <a:spcPts val="0"/>
              </a:spcAft>
              <a:buClr>
                <a:srgbClr val="004C7E"/>
              </a:buClr>
              <a:buSzPts val="1800"/>
              <a:buFont typeface="Arial"/>
              <a:buChar char="•"/>
              <a:defRPr sz="1800" b="0" i="0" u="none" strike="noStrike" cap="none">
                <a:solidFill>
                  <a:srgbClr val="004C7E"/>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3" name="Google Shape;13;p21" descr="HR Excellence in Research"/>
          <p:cNvPicPr preferRelativeResize="0"/>
          <p:nvPr/>
        </p:nvPicPr>
        <p:blipFill rotWithShape="1">
          <a:blip r:embed="rId2">
            <a:alphaModFix/>
          </a:blip>
          <a:srcRect/>
          <a:stretch/>
        </p:blipFill>
        <p:spPr>
          <a:xfrm>
            <a:off x="7556500" y="0"/>
            <a:ext cx="1190625" cy="1028700"/>
          </a:xfrm>
          <a:prstGeom prst="rect">
            <a:avLst/>
          </a:prstGeom>
          <a:noFill/>
          <a:ln>
            <a:noFill/>
          </a:ln>
        </p:spPr>
      </p:pic>
      <p:pic>
        <p:nvPicPr>
          <p:cNvPr id="14" name="Google Shape;14;p21" descr="Università degli Studi di Firenze. Da un secolo, oltre."/>
          <p:cNvPicPr preferRelativeResize="0"/>
          <p:nvPr/>
        </p:nvPicPr>
        <p:blipFill rotWithShape="1">
          <a:blip r:embed="rId3">
            <a:alphaModFix/>
          </a:blip>
          <a:srcRect l="19822" t="35186" r="23528" b="38749"/>
          <a:stretch/>
        </p:blipFill>
        <p:spPr>
          <a:xfrm>
            <a:off x="268284" y="113876"/>
            <a:ext cx="2244925" cy="103292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terna_solo testo">
  <p:cSld name="Interna_solo testo">
    <p:spTree>
      <p:nvGrpSpPr>
        <p:cNvPr id="1" name="Shape 15"/>
        <p:cNvGrpSpPr/>
        <p:nvPr/>
      </p:nvGrpSpPr>
      <p:grpSpPr>
        <a:xfrm>
          <a:off x="0" y="0"/>
          <a:ext cx="0" cy="0"/>
          <a:chOff x="0" y="0"/>
          <a:chExt cx="0" cy="0"/>
        </a:xfrm>
      </p:grpSpPr>
      <p:sp>
        <p:nvSpPr>
          <p:cNvPr id="16" name="Google Shape;16;p22"/>
          <p:cNvSpPr/>
          <p:nvPr/>
        </p:nvSpPr>
        <p:spPr>
          <a:xfrm>
            <a:off x="1" y="4907756"/>
            <a:ext cx="8897416" cy="235743"/>
          </a:xfrm>
          <a:prstGeom prst="rect">
            <a:avLst/>
          </a:prstGeom>
          <a:solidFill>
            <a:srgbClr val="004C7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 name="Google Shape;17;p22"/>
          <p:cNvSpPr txBox="1">
            <a:spLocks noGrp="1"/>
          </p:cNvSpPr>
          <p:nvPr>
            <p:ph type="body" idx="1"/>
          </p:nvPr>
        </p:nvSpPr>
        <p:spPr>
          <a:xfrm>
            <a:off x="246583" y="4934254"/>
            <a:ext cx="7590251" cy="18781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2"/>
              </a:buClr>
              <a:buSzPts val="1100"/>
              <a:buFont typeface="Arial"/>
              <a:buNone/>
              <a:defRPr sz="1100" b="0" i="0" u="none" strike="noStrike" cap="none">
                <a:solidFill>
                  <a:schemeClr val="lt2"/>
                </a:solidFill>
                <a:latin typeface="Verdana"/>
                <a:ea typeface="Verdana"/>
                <a:cs typeface="Verdana"/>
                <a:sym typeface="Verdana"/>
              </a:defRPr>
            </a:lvl1pPr>
            <a:lvl2pPr marL="914400" marR="0" lvl="1"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2pPr>
            <a:lvl3pPr marL="1371600" marR="0" lvl="2"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3pPr>
            <a:lvl4pPr marL="1828800" marR="0" lvl="3"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4pPr>
            <a:lvl5pPr marL="2286000" marR="0" lvl="4"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 name="Google Shape;18;p22"/>
          <p:cNvSpPr txBox="1"/>
          <p:nvPr/>
        </p:nvSpPr>
        <p:spPr>
          <a:xfrm>
            <a:off x="7799253" y="4927143"/>
            <a:ext cx="1019070" cy="16446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825"/>
              <a:buFont typeface="Arial"/>
              <a:buNone/>
            </a:pPr>
            <a:fld id="{00000000-1234-1234-1234-123412341234}" type="slidenum">
              <a:rPr lang="it" sz="825" b="1" i="0" u="none" strike="noStrike" cap="none">
                <a:solidFill>
                  <a:schemeClr val="lt1"/>
                </a:solidFill>
                <a:latin typeface="Verdana"/>
                <a:ea typeface="Verdana"/>
                <a:cs typeface="Verdana"/>
                <a:sym typeface="Verdana"/>
              </a:rPr>
              <a:t>‹N›</a:t>
            </a:fld>
            <a:endParaRPr sz="825" b="1" i="0" u="none" strike="noStrike" cap="none">
              <a:solidFill>
                <a:schemeClr val="lt1"/>
              </a:solidFill>
              <a:latin typeface="Verdana"/>
              <a:ea typeface="Verdana"/>
              <a:cs typeface="Verdana"/>
              <a:sym typeface="Verdana"/>
            </a:endParaRPr>
          </a:p>
        </p:txBody>
      </p:sp>
      <p:sp>
        <p:nvSpPr>
          <p:cNvPr id="19" name="Google Shape;19;p22"/>
          <p:cNvSpPr txBox="1">
            <a:spLocks noGrp="1"/>
          </p:cNvSpPr>
          <p:nvPr>
            <p:ph type="body" idx="2"/>
          </p:nvPr>
        </p:nvSpPr>
        <p:spPr>
          <a:xfrm>
            <a:off x="714375" y="1361237"/>
            <a:ext cx="8103948" cy="335253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50000"/>
              </a:lnSpc>
              <a:spcBef>
                <a:spcPts val="1000"/>
              </a:spcBef>
              <a:spcAft>
                <a:spcPts val="0"/>
              </a:spcAft>
              <a:buClr>
                <a:schemeClr val="dk1"/>
              </a:buClr>
              <a:buSzPts val="1800"/>
              <a:buFont typeface="Courier New"/>
              <a:buNone/>
              <a:defRPr sz="1800" b="0" i="0" u="none" strike="noStrike" cap="none">
                <a:solidFill>
                  <a:schemeClr val="dk1"/>
                </a:solidFill>
                <a:latin typeface="Verdana"/>
                <a:ea typeface="Verdana"/>
                <a:cs typeface="Verdana"/>
                <a:sym typeface="Verdana"/>
              </a:defRPr>
            </a:lvl1pPr>
            <a:lvl2pPr marL="914400" marR="0" lvl="1" indent="-342900" algn="l" rtl="0">
              <a:lnSpc>
                <a:spcPct val="90000"/>
              </a:lnSpc>
              <a:spcBef>
                <a:spcPts val="500"/>
              </a:spcBef>
              <a:spcAft>
                <a:spcPts val="0"/>
              </a:spcAft>
              <a:buClr>
                <a:schemeClr val="dk1"/>
              </a:buClr>
              <a:buSzPts val="1800"/>
              <a:buFont typeface="Courier New"/>
              <a:buChar char="o"/>
              <a:defRPr sz="1800" b="0" i="0" u="none" strike="noStrike" cap="none">
                <a:solidFill>
                  <a:schemeClr val="dk1"/>
                </a:solidFill>
                <a:latin typeface="Verdana"/>
                <a:ea typeface="Verdana"/>
                <a:cs typeface="Verdana"/>
                <a:sym typeface="Verdana"/>
              </a:defRPr>
            </a:lvl2pPr>
            <a:lvl3pPr marL="1371600" marR="0" lvl="2" indent="-342900" algn="l" rtl="0">
              <a:lnSpc>
                <a:spcPct val="90000"/>
              </a:lnSpc>
              <a:spcBef>
                <a:spcPts val="500"/>
              </a:spcBef>
              <a:spcAft>
                <a:spcPts val="0"/>
              </a:spcAft>
              <a:buClr>
                <a:schemeClr val="dk1"/>
              </a:buClr>
              <a:buSzPts val="1800"/>
              <a:buFont typeface="Courier New"/>
              <a:buChar char="o"/>
              <a:defRPr sz="1800" b="0" i="0" u="none" strike="noStrike" cap="none">
                <a:solidFill>
                  <a:schemeClr val="dk1"/>
                </a:solidFill>
                <a:latin typeface="Verdana"/>
                <a:ea typeface="Verdana"/>
                <a:cs typeface="Verdana"/>
                <a:sym typeface="Verdana"/>
              </a:defRPr>
            </a:lvl3pPr>
            <a:lvl4pPr marL="1828800" marR="0" lvl="3" indent="-342900" algn="l" rtl="0">
              <a:lnSpc>
                <a:spcPct val="90000"/>
              </a:lnSpc>
              <a:spcBef>
                <a:spcPts val="500"/>
              </a:spcBef>
              <a:spcAft>
                <a:spcPts val="0"/>
              </a:spcAft>
              <a:buClr>
                <a:schemeClr val="dk1"/>
              </a:buClr>
              <a:buSzPts val="1800"/>
              <a:buFont typeface="Courier New"/>
              <a:buChar char="o"/>
              <a:defRPr sz="1800" b="0" i="0" u="none" strike="noStrike" cap="none">
                <a:solidFill>
                  <a:schemeClr val="dk1"/>
                </a:solidFill>
                <a:latin typeface="Verdana"/>
                <a:ea typeface="Verdana"/>
                <a:cs typeface="Verdana"/>
                <a:sym typeface="Verdana"/>
              </a:defRPr>
            </a:lvl4pPr>
            <a:lvl5pPr marL="2286000" marR="0" lvl="4" indent="-342900" algn="l" rtl="0">
              <a:lnSpc>
                <a:spcPct val="90000"/>
              </a:lnSpc>
              <a:spcBef>
                <a:spcPts val="500"/>
              </a:spcBef>
              <a:spcAft>
                <a:spcPts val="0"/>
              </a:spcAft>
              <a:buClr>
                <a:schemeClr val="dk1"/>
              </a:buClr>
              <a:buSzPts val="1800"/>
              <a:buFont typeface="Courier New"/>
              <a:buChar char="o"/>
              <a:defRPr sz="1800" b="0" i="0" u="none" strike="noStrike" cap="none">
                <a:solidFill>
                  <a:schemeClr val="dk1"/>
                </a:solidFill>
                <a:latin typeface="Verdana"/>
                <a:ea typeface="Verdana"/>
                <a:cs typeface="Verdana"/>
                <a:sym typeface="Verdan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 name="Google Shape;20;p22"/>
          <p:cNvSpPr txBox="1">
            <a:spLocks noGrp="1"/>
          </p:cNvSpPr>
          <p:nvPr>
            <p:ph type="title"/>
          </p:nvPr>
        </p:nvSpPr>
        <p:spPr>
          <a:xfrm>
            <a:off x="714375" y="713183"/>
            <a:ext cx="8103948" cy="640944"/>
          </a:xfrm>
          <a:prstGeom prst="rect">
            <a:avLst/>
          </a:prstGeom>
          <a:noFill/>
          <a:ln>
            <a:noFill/>
          </a:ln>
        </p:spPr>
        <p:txBody>
          <a:bodyPr spcFirstLastPara="1" wrap="square" lIns="91425" tIns="45700" rIns="91425" bIns="45700" anchor="t" anchorCtr="0">
            <a:noAutofit/>
          </a:bodyPr>
          <a:lstStyle>
            <a:lvl1pPr marR="0" lvl="0" algn="l" rtl="0">
              <a:lnSpc>
                <a:spcPct val="120000"/>
              </a:lnSpc>
              <a:spcBef>
                <a:spcPts val="0"/>
              </a:spcBef>
              <a:spcAft>
                <a:spcPts val="0"/>
              </a:spcAft>
              <a:buClr>
                <a:schemeClr val="dk1"/>
              </a:buClr>
              <a:buSzPts val="2400"/>
              <a:buFont typeface="Verdana"/>
              <a:buNone/>
              <a:defRPr sz="24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1" name="Google Shape;21;p22" descr="HR Excellence in Research"/>
          <p:cNvPicPr preferRelativeResize="0"/>
          <p:nvPr/>
        </p:nvPicPr>
        <p:blipFill rotWithShape="1">
          <a:blip r:embed="rId2">
            <a:alphaModFix/>
          </a:blip>
          <a:srcRect/>
          <a:stretch/>
        </p:blipFill>
        <p:spPr>
          <a:xfrm>
            <a:off x="7904136" y="158533"/>
            <a:ext cx="789743" cy="534204"/>
          </a:xfrm>
          <a:prstGeom prst="rect">
            <a:avLst/>
          </a:prstGeom>
          <a:noFill/>
          <a:ln>
            <a:noFill/>
          </a:ln>
        </p:spPr>
      </p:pic>
      <p:pic>
        <p:nvPicPr>
          <p:cNvPr id="22" name="Google Shape;22;p22" descr="Università degli Studi di Firenze. Da un secolo, oltre."/>
          <p:cNvPicPr preferRelativeResize="0"/>
          <p:nvPr/>
        </p:nvPicPr>
        <p:blipFill rotWithShape="1">
          <a:blip r:embed="rId3">
            <a:alphaModFix/>
          </a:blip>
          <a:srcRect/>
          <a:stretch/>
        </p:blipFill>
        <p:spPr>
          <a:xfrm>
            <a:off x="218007" y="149443"/>
            <a:ext cx="948332" cy="53124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terna_tabella">
  <p:cSld name="Interna_tabella">
    <p:spTree>
      <p:nvGrpSpPr>
        <p:cNvPr id="1" name="Shape 23"/>
        <p:cNvGrpSpPr/>
        <p:nvPr/>
      </p:nvGrpSpPr>
      <p:grpSpPr>
        <a:xfrm>
          <a:off x="0" y="0"/>
          <a:ext cx="0" cy="0"/>
          <a:chOff x="0" y="0"/>
          <a:chExt cx="0" cy="0"/>
        </a:xfrm>
      </p:grpSpPr>
      <p:sp>
        <p:nvSpPr>
          <p:cNvPr id="24" name="Google Shape;24;p23"/>
          <p:cNvSpPr/>
          <p:nvPr/>
        </p:nvSpPr>
        <p:spPr>
          <a:xfrm>
            <a:off x="1" y="4907756"/>
            <a:ext cx="8897416" cy="235743"/>
          </a:xfrm>
          <a:prstGeom prst="rect">
            <a:avLst/>
          </a:prstGeom>
          <a:solidFill>
            <a:srgbClr val="004C7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25;p23"/>
          <p:cNvSpPr txBox="1">
            <a:spLocks noGrp="1"/>
          </p:cNvSpPr>
          <p:nvPr>
            <p:ph type="title"/>
          </p:nvPr>
        </p:nvSpPr>
        <p:spPr>
          <a:xfrm>
            <a:off x="714375" y="713183"/>
            <a:ext cx="8193322" cy="640944"/>
          </a:xfrm>
          <a:prstGeom prst="rect">
            <a:avLst/>
          </a:prstGeom>
          <a:noFill/>
          <a:ln>
            <a:noFill/>
          </a:ln>
        </p:spPr>
        <p:txBody>
          <a:bodyPr spcFirstLastPara="1" wrap="square" lIns="91425" tIns="45700" rIns="91425" bIns="45700" anchor="t" anchorCtr="0">
            <a:noAutofit/>
          </a:bodyPr>
          <a:lstStyle>
            <a:lvl1pPr marR="0" lvl="0" algn="l" rtl="0">
              <a:lnSpc>
                <a:spcPct val="120000"/>
              </a:lnSpc>
              <a:spcBef>
                <a:spcPts val="0"/>
              </a:spcBef>
              <a:spcAft>
                <a:spcPts val="0"/>
              </a:spcAft>
              <a:buClr>
                <a:schemeClr val="dk1"/>
              </a:buClr>
              <a:buSzPts val="2400"/>
              <a:buFont typeface="Verdana"/>
              <a:buNone/>
              <a:defRPr sz="24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23"/>
          <p:cNvSpPr txBox="1"/>
          <p:nvPr/>
        </p:nvSpPr>
        <p:spPr>
          <a:xfrm>
            <a:off x="7799253" y="4927143"/>
            <a:ext cx="1019070" cy="16446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825"/>
              <a:buFont typeface="Arial"/>
              <a:buNone/>
            </a:pPr>
            <a:fld id="{00000000-1234-1234-1234-123412341234}" type="slidenum">
              <a:rPr lang="it" sz="825" b="1" i="0" u="none" strike="noStrike" cap="none">
                <a:solidFill>
                  <a:schemeClr val="lt1"/>
                </a:solidFill>
                <a:latin typeface="Verdana"/>
                <a:ea typeface="Verdana"/>
                <a:cs typeface="Verdana"/>
                <a:sym typeface="Verdana"/>
              </a:rPr>
              <a:t>‹N›</a:t>
            </a:fld>
            <a:endParaRPr sz="825" b="1" i="0" u="none" strike="noStrike" cap="none">
              <a:solidFill>
                <a:schemeClr val="lt1"/>
              </a:solidFill>
              <a:latin typeface="Verdana"/>
              <a:ea typeface="Verdana"/>
              <a:cs typeface="Verdana"/>
              <a:sym typeface="Verdana"/>
            </a:endParaRPr>
          </a:p>
        </p:txBody>
      </p:sp>
      <p:sp>
        <p:nvSpPr>
          <p:cNvPr id="27" name="Google Shape;27;p23"/>
          <p:cNvSpPr>
            <a:spLocks noGrp="1"/>
          </p:cNvSpPr>
          <p:nvPr>
            <p:ph type="tbl" idx="2"/>
          </p:nvPr>
        </p:nvSpPr>
        <p:spPr>
          <a:xfrm>
            <a:off x="714375" y="1510398"/>
            <a:ext cx="8193088" cy="323186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2500"/>
              <a:buFont typeface="Verdana"/>
              <a:buNone/>
              <a:defRPr sz="2500" b="0"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23"/>
          <p:cNvSpPr txBox="1">
            <a:spLocks noGrp="1"/>
          </p:cNvSpPr>
          <p:nvPr>
            <p:ph type="body" idx="1"/>
          </p:nvPr>
        </p:nvSpPr>
        <p:spPr>
          <a:xfrm>
            <a:off x="246583" y="4934254"/>
            <a:ext cx="7590251" cy="18781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2"/>
              </a:buClr>
              <a:buSzPts val="1100"/>
              <a:buFont typeface="Arial"/>
              <a:buNone/>
              <a:defRPr sz="1100" b="0" i="0" u="none" strike="noStrike" cap="none">
                <a:solidFill>
                  <a:schemeClr val="lt2"/>
                </a:solidFill>
                <a:latin typeface="Verdana"/>
                <a:ea typeface="Verdana"/>
                <a:cs typeface="Verdana"/>
                <a:sym typeface="Verdana"/>
              </a:defRPr>
            </a:lvl1pPr>
            <a:lvl2pPr marL="914400" marR="0" lvl="1"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2pPr>
            <a:lvl3pPr marL="1371600" marR="0" lvl="2"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3pPr>
            <a:lvl4pPr marL="1828800" marR="0" lvl="3"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4pPr>
            <a:lvl5pPr marL="2286000" marR="0" lvl="4"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9" name="Google Shape;29;p23" descr="HR Excellence in Research"/>
          <p:cNvPicPr preferRelativeResize="0"/>
          <p:nvPr/>
        </p:nvPicPr>
        <p:blipFill rotWithShape="1">
          <a:blip r:embed="rId2">
            <a:alphaModFix/>
          </a:blip>
          <a:srcRect/>
          <a:stretch/>
        </p:blipFill>
        <p:spPr>
          <a:xfrm>
            <a:off x="7904136" y="158533"/>
            <a:ext cx="789743" cy="534204"/>
          </a:xfrm>
          <a:prstGeom prst="rect">
            <a:avLst/>
          </a:prstGeom>
          <a:noFill/>
          <a:ln>
            <a:noFill/>
          </a:ln>
        </p:spPr>
      </p:pic>
      <p:pic>
        <p:nvPicPr>
          <p:cNvPr id="30" name="Google Shape;30;p23" descr="Università degli Studi di Firenze. Da un secolo, oltre."/>
          <p:cNvPicPr preferRelativeResize="0"/>
          <p:nvPr/>
        </p:nvPicPr>
        <p:blipFill rotWithShape="1">
          <a:blip r:embed="rId3">
            <a:alphaModFix/>
          </a:blip>
          <a:srcRect/>
          <a:stretch/>
        </p:blipFill>
        <p:spPr>
          <a:xfrm>
            <a:off x="218007" y="149443"/>
            <a:ext cx="948332" cy="53124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rocopertina">
  <p:cSld name="Controcopertina">
    <p:bg>
      <p:bgPr>
        <a:solidFill>
          <a:schemeClr val="lt1"/>
        </a:solidFill>
        <a:effectLst/>
      </p:bgPr>
    </p:bg>
    <p:spTree>
      <p:nvGrpSpPr>
        <p:cNvPr id="1" name="Shape 31"/>
        <p:cNvGrpSpPr/>
        <p:nvPr/>
      </p:nvGrpSpPr>
      <p:grpSpPr>
        <a:xfrm>
          <a:off x="0" y="0"/>
          <a:ext cx="0" cy="0"/>
          <a:chOff x="0" y="0"/>
          <a:chExt cx="0" cy="0"/>
        </a:xfrm>
      </p:grpSpPr>
      <p:sp>
        <p:nvSpPr>
          <p:cNvPr id="32" name="Google Shape;32;p24"/>
          <p:cNvSpPr/>
          <p:nvPr/>
        </p:nvSpPr>
        <p:spPr>
          <a:xfrm>
            <a:off x="0" y="1"/>
            <a:ext cx="9144000" cy="5143500"/>
          </a:xfrm>
          <a:prstGeom prst="rect">
            <a:avLst/>
          </a:prstGeom>
          <a:solidFill>
            <a:srgbClr val="004C7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 name="Google Shape;33;p24"/>
          <p:cNvSpPr txBox="1">
            <a:spLocks noGrp="1"/>
          </p:cNvSpPr>
          <p:nvPr>
            <p:ph type="body" idx="1"/>
          </p:nvPr>
        </p:nvSpPr>
        <p:spPr>
          <a:xfrm>
            <a:off x="248400" y="4956925"/>
            <a:ext cx="7574104" cy="186580"/>
          </a:xfrm>
          <a:prstGeom prst="rect">
            <a:avLst/>
          </a:prstGeom>
          <a:solidFill>
            <a:schemeClr val="lt1"/>
          </a:solid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4C7E"/>
              </a:buClr>
              <a:buSzPts val="1000"/>
              <a:buFont typeface="Arial"/>
              <a:buNone/>
              <a:defRPr sz="1000" b="0" i="0" u="none" strike="noStrike" cap="none">
                <a:solidFill>
                  <a:srgbClr val="004C7E"/>
                </a:solidFill>
                <a:latin typeface="Verdana"/>
                <a:ea typeface="Verdana"/>
                <a:cs typeface="Verdana"/>
                <a:sym typeface="Verdana"/>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 name="Google Shape;34;p24"/>
          <p:cNvSpPr txBox="1">
            <a:spLocks noGrp="1"/>
          </p:cNvSpPr>
          <p:nvPr>
            <p:ph type="body" idx="2"/>
          </p:nvPr>
        </p:nvSpPr>
        <p:spPr>
          <a:xfrm>
            <a:off x="698598" y="2366728"/>
            <a:ext cx="8261350" cy="358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3000"/>
              <a:buFont typeface="Arial"/>
              <a:buNone/>
              <a:defRPr sz="3000" b="1" i="0" u="none" strike="noStrike" cap="none">
                <a:solidFill>
                  <a:schemeClr val="lt1"/>
                </a:solidFill>
                <a:latin typeface="Verdana"/>
                <a:ea typeface="Verdana"/>
                <a:cs typeface="Verdana"/>
                <a:sym typeface="Verdana"/>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5" name="Google Shape;35;p24"/>
          <p:cNvSpPr txBox="1">
            <a:spLocks noGrp="1"/>
          </p:cNvSpPr>
          <p:nvPr>
            <p:ph type="body" idx="3"/>
          </p:nvPr>
        </p:nvSpPr>
        <p:spPr>
          <a:xfrm>
            <a:off x="698641" y="2800561"/>
            <a:ext cx="8261306" cy="3647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500"/>
              <a:buFont typeface="Arial"/>
              <a:buNone/>
              <a:defRPr sz="2500" b="0" i="0" u="none" strike="noStrike" cap="none">
                <a:solidFill>
                  <a:schemeClr val="lt1"/>
                </a:solidFill>
                <a:latin typeface="Verdana"/>
                <a:ea typeface="Verdana"/>
                <a:cs typeface="Verdana"/>
                <a:sym typeface="Verdana"/>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24"/>
          <p:cNvSpPr txBox="1">
            <a:spLocks noGrp="1"/>
          </p:cNvSpPr>
          <p:nvPr>
            <p:ph type="body" idx="4"/>
          </p:nvPr>
        </p:nvSpPr>
        <p:spPr>
          <a:xfrm>
            <a:off x="698598" y="3468281"/>
            <a:ext cx="6249988" cy="23899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24"/>
          <p:cNvSpPr txBox="1">
            <a:spLocks noGrp="1"/>
          </p:cNvSpPr>
          <p:nvPr>
            <p:ph type="body" idx="5"/>
          </p:nvPr>
        </p:nvSpPr>
        <p:spPr>
          <a:xfrm>
            <a:off x="698643" y="3769616"/>
            <a:ext cx="6249988" cy="21006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8" name="Google Shape;38;p24"/>
          <p:cNvSpPr txBox="1">
            <a:spLocks noGrp="1"/>
          </p:cNvSpPr>
          <p:nvPr>
            <p:ph type="body" idx="6"/>
          </p:nvPr>
        </p:nvSpPr>
        <p:spPr>
          <a:xfrm>
            <a:off x="698643" y="4042024"/>
            <a:ext cx="6249988" cy="24237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9" name="Google Shape;39;p24"/>
          <p:cNvSpPr txBox="1">
            <a:spLocks noGrp="1"/>
          </p:cNvSpPr>
          <p:nvPr>
            <p:ph type="title"/>
          </p:nvPr>
        </p:nvSpPr>
        <p:spPr>
          <a:xfrm>
            <a:off x="698598" y="1206936"/>
            <a:ext cx="8261306" cy="70591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4500"/>
              <a:buFont typeface="Verdana"/>
              <a:buNone/>
              <a:defRPr sz="4500" b="1" i="0" u="none" strike="noStrike" cap="none">
                <a:solidFill>
                  <a:schemeClr val="lt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40" name="Google Shape;40;p24" descr="HR Excellence in Research"/>
          <p:cNvPicPr preferRelativeResize="0"/>
          <p:nvPr/>
        </p:nvPicPr>
        <p:blipFill rotWithShape="1">
          <a:blip r:embed="rId2">
            <a:alphaModFix/>
          </a:blip>
          <a:srcRect/>
          <a:stretch/>
        </p:blipFill>
        <p:spPr>
          <a:xfrm>
            <a:off x="7822504" y="0"/>
            <a:ext cx="991122" cy="856330"/>
          </a:xfrm>
          <a:prstGeom prst="rect">
            <a:avLst/>
          </a:prstGeom>
          <a:noFill/>
          <a:ln>
            <a:noFill/>
          </a:ln>
        </p:spPr>
      </p:pic>
      <p:pic>
        <p:nvPicPr>
          <p:cNvPr id="41" name="Google Shape;41;p24" descr="Università degli Studi di Firenze. Da un secolo, oltre."/>
          <p:cNvPicPr preferRelativeResize="0"/>
          <p:nvPr/>
        </p:nvPicPr>
        <p:blipFill rotWithShape="1">
          <a:blip r:embed="rId3">
            <a:alphaModFix/>
          </a:blip>
          <a:srcRect l="19822" t="35186" r="23528" b="38749"/>
          <a:stretch/>
        </p:blipFill>
        <p:spPr>
          <a:xfrm>
            <a:off x="175415" y="121728"/>
            <a:ext cx="1619653" cy="74522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arola chiave">
  <p:cSld name="Parola chiave">
    <p:bg>
      <p:bgPr>
        <a:solidFill>
          <a:schemeClr val="lt1"/>
        </a:solidFill>
        <a:effectLst/>
      </p:bgPr>
    </p:bg>
    <p:spTree>
      <p:nvGrpSpPr>
        <p:cNvPr id="1" name="Shape 42"/>
        <p:cNvGrpSpPr/>
        <p:nvPr/>
      </p:nvGrpSpPr>
      <p:grpSpPr>
        <a:xfrm>
          <a:off x="0" y="0"/>
          <a:ext cx="0" cy="0"/>
          <a:chOff x="0" y="0"/>
          <a:chExt cx="0" cy="0"/>
        </a:xfrm>
      </p:grpSpPr>
      <p:sp>
        <p:nvSpPr>
          <p:cNvPr id="43" name="Google Shape;43;p25"/>
          <p:cNvSpPr/>
          <p:nvPr/>
        </p:nvSpPr>
        <p:spPr>
          <a:xfrm>
            <a:off x="0" y="1"/>
            <a:ext cx="9144000" cy="5143500"/>
          </a:xfrm>
          <a:prstGeom prst="rect">
            <a:avLst/>
          </a:prstGeom>
          <a:solidFill>
            <a:srgbClr val="004C7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 name="Google Shape;44;p25"/>
          <p:cNvSpPr txBox="1">
            <a:spLocks noGrp="1"/>
          </p:cNvSpPr>
          <p:nvPr>
            <p:ph type="title"/>
          </p:nvPr>
        </p:nvSpPr>
        <p:spPr>
          <a:xfrm>
            <a:off x="1257300" y="1425255"/>
            <a:ext cx="7043738" cy="114649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4000"/>
              <a:buFont typeface="Verdana"/>
              <a:buNone/>
              <a:defRPr sz="4000" b="1" i="0" u="none" strike="noStrike" cap="none">
                <a:solidFill>
                  <a:schemeClr val="lt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45" name="Google Shape;45;p25" descr="HR Excellence in Research"/>
          <p:cNvPicPr preferRelativeResize="0"/>
          <p:nvPr/>
        </p:nvPicPr>
        <p:blipFill rotWithShape="1">
          <a:blip r:embed="rId2">
            <a:alphaModFix/>
          </a:blip>
          <a:srcRect/>
          <a:stretch/>
        </p:blipFill>
        <p:spPr>
          <a:xfrm>
            <a:off x="7556500" y="0"/>
            <a:ext cx="1190625" cy="1028700"/>
          </a:xfrm>
          <a:prstGeom prst="rect">
            <a:avLst/>
          </a:prstGeom>
          <a:noFill/>
          <a:ln>
            <a:noFill/>
          </a:ln>
        </p:spPr>
      </p:pic>
      <p:pic>
        <p:nvPicPr>
          <p:cNvPr id="46" name="Google Shape;46;p25" descr="Università degli Studi di Firenze. Da un secolo, oltre."/>
          <p:cNvPicPr preferRelativeResize="0"/>
          <p:nvPr/>
        </p:nvPicPr>
        <p:blipFill rotWithShape="1">
          <a:blip r:embed="rId3">
            <a:alphaModFix/>
          </a:blip>
          <a:srcRect l="19822" t="35186" r="23528" b="38749"/>
          <a:stretch/>
        </p:blipFill>
        <p:spPr>
          <a:xfrm>
            <a:off x="268284" y="113876"/>
            <a:ext cx="2244925" cy="1032924"/>
          </a:xfrm>
          <a:prstGeom prst="rect">
            <a:avLst/>
          </a:prstGeom>
          <a:noFill/>
          <a:ln>
            <a:noFill/>
          </a:ln>
        </p:spPr>
      </p:pic>
      <p:pic>
        <p:nvPicPr>
          <p:cNvPr id="47" name="Google Shape;47;p25" descr="Immagine che contiene blu, schermata, Blu elettrico, Blu intenso&#10;&#10;Descrizione generata automaticamente"/>
          <p:cNvPicPr preferRelativeResize="0"/>
          <p:nvPr/>
        </p:nvPicPr>
        <p:blipFill rotWithShape="1">
          <a:blip r:embed="rId4">
            <a:alphaModFix/>
          </a:blip>
          <a:srcRect/>
          <a:stretch/>
        </p:blipFill>
        <p:spPr>
          <a:xfrm>
            <a:off x="2457013" y="2796520"/>
            <a:ext cx="5015240" cy="23469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Interna_immagine">
  <p:cSld name="1_Interna_immagine">
    <p:spTree>
      <p:nvGrpSpPr>
        <p:cNvPr id="1" name="Shape 48"/>
        <p:cNvGrpSpPr/>
        <p:nvPr/>
      </p:nvGrpSpPr>
      <p:grpSpPr>
        <a:xfrm>
          <a:off x="0" y="0"/>
          <a:ext cx="0" cy="0"/>
          <a:chOff x="0" y="0"/>
          <a:chExt cx="0" cy="0"/>
        </a:xfrm>
      </p:grpSpPr>
      <p:sp>
        <p:nvSpPr>
          <p:cNvPr id="49" name="Google Shape;49;p26"/>
          <p:cNvSpPr>
            <a:spLocks noGrp="1"/>
          </p:cNvSpPr>
          <p:nvPr>
            <p:ph type="pic" idx="2"/>
          </p:nvPr>
        </p:nvSpPr>
        <p:spPr>
          <a:xfrm>
            <a:off x="1" y="1439853"/>
            <a:ext cx="9144000" cy="3355389"/>
          </a:xfrm>
          <a:prstGeom prst="rect">
            <a:avLst/>
          </a:prstGeom>
          <a:noFill/>
          <a:ln>
            <a:noFill/>
          </a:ln>
        </p:spPr>
      </p:sp>
      <p:sp>
        <p:nvSpPr>
          <p:cNvPr id="50" name="Google Shape;50;p26"/>
          <p:cNvSpPr/>
          <p:nvPr/>
        </p:nvSpPr>
        <p:spPr>
          <a:xfrm>
            <a:off x="1" y="4907756"/>
            <a:ext cx="8897416" cy="235743"/>
          </a:xfrm>
          <a:prstGeom prst="rect">
            <a:avLst/>
          </a:prstGeom>
          <a:solidFill>
            <a:srgbClr val="004C7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 name="Google Shape;51;p26"/>
          <p:cNvSpPr txBox="1">
            <a:spLocks noGrp="1"/>
          </p:cNvSpPr>
          <p:nvPr>
            <p:ph type="title"/>
          </p:nvPr>
        </p:nvSpPr>
        <p:spPr>
          <a:xfrm>
            <a:off x="714375" y="713183"/>
            <a:ext cx="8193322" cy="640944"/>
          </a:xfrm>
          <a:prstGeom prst="rect">
            <a:avLst/>
          </a:prstGeom>
          <a:noFill/>
          <a:ln>
            <a:noFill/>
          </a:ln>
        </p:spPr>
        <p:txBody>
          <a:bodyPr spcFirstLastPara="1" wrap="square" lIns="91425" tIns="45700" rIns="91425" bIns="45700" anchor="t" anchorCtr="0">
            <a:noAutofit/>
          </a:bodyPr>
          <a:lstStyle>
            <a:lvl1pPr marR="0" lvl="0" algn="l" rtl="0">
              <a:lnSpc>
                <a:spcPct val="120000"/>
              </a:lnSpc>
              <a:spcBef>
                <a:spcPts val="0"/>
              </a:spcBef>
              <a:spcAft>
                <a:spcPts val="0"/>
              </a:spcAft>
              <a:buClr>
                <a:schemeClr val="dk1"/>
              </a:buClr>
              <a:buSzPts val="2400"/>
              <a:buFont typeface="Verdana"/>
              <a:buNone/>
              <a:defRPr sz="24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2" name="Google Shape;52;p26"/>
          <p:cNvSpPr txBox="1"/>
          <p:nvPr/>
        </p:nvSpPr>
        <p:spPr>
          <a:xfrm>
            <a:off x="7799253" y="4927143"/>
            <a:ext cx="1019070" cy="16446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825"/>
              <a:buFont typeface="Arial"/>
              <a:buNone/>
            </a:pPr>
            <a:fld id="{00000000-1234-1234-1234-123412341234}" type="slidenum">
              <a:rPr lang="it" sz="825" b="1" i="0" u="none" strike="noStrike" cap="none">
                <a:solidFill>
                  <a:schemeClr val="lt1"/>
                </a:solidFill>
                <a:latin typeface="Verdana"/>
                <a:ea typeface="Verdana"/>
                <a:cs typeface="Verdana"/>
                <a:sym typeface="Verdana"/>
              </a:rPr>
              <a:t>‹N›</a:t>
            </a:fld>
            <a:endParaRPr sz="825" b="1" i="0" u="none" strike="noStrike" cap="none">
              <a:solidFill>
                <a:schemeClr val="lt1"/>
              </a:solidFill>
              <a:latin typeface="Verdana"/>
              <a:ea typeface="Verdana"/>
              <a:cs typeface="Verdana"/>
              <a:sym typeface="Verdana"/>
            </a:endParaRPr>
          </a:p>
        </p:txBody>
      </p:sp>
      <p:sp>
        <p:nvSpPr>
          <p:cNvPr id="53" name="Google Shape;53;p26"/>
          <p:cNvSpPr txBox="1">
            <a:spLocks noGrp="1"/>
          </p:cNvSpPr>
          <p:nvPr>
            <p:ph type="body" idx="1"/>
          </p:nvPr>
        </p:nvSpPr>
        <p:spPr>
          <a:xfrm>
            <a:off x="246583" y="4934254"/>
            <a:ext cx="7590251" cy="18781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2"/>
              </a:buClr>
              <a:buSzPts val="1100"/>
              <a:buFont typeface="Arial"/>
              <a:buNone/>
              <a:defRPr sz="1100" b="0" i="0" u="none" strike="noStrike" cap="none">
                <a:solidFill>
                  <a:schemeClr val="lt2"/>
                </a:solidFill>
                <a:latin typeface="Verdana"/>
                <a:ea typeface="Verdana"/>
                <a:cs typeface="Verdana"/>
                <a:sym typeface="Verdana"/>
              </a:defRPr>
            </a:lvl1pPr>
            <a:lvl2pPr marL="914400" marR="0" lvl="1"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2pPr>
            <a:lvl3pPr marL="1371600" marR="0" lvl="2"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3pPr>
            <a:lvl4pPr marL="1828800" marR="0" lvl="3"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4pPr>
            <a:lvl5pPr marL="2286000" marR="0" lvl="4"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4" name="Google Shape;54;p26"/>
          <p:cNvSpPr txBox="1">
            <a:spLocks noGrp="1"/>
          </p:cNvSpPr>
          <p:nvPr>
            <p:ph type="body" idx="3"/>
          </p:nvPr>
        </p:nvSpPr>
        <p:spPr>
          <a:xfrm>
            <a:off x="1" y="3777259"/>
            <a:ext cx="5399999" cy="604241"/>
          </a:xfrm>
          <a:prstGeom prst="rect">
            <a:avLst/>
          </a:prstGeom>
          <a:solidFill>
            <a:srgbClr val="004C7E">
              <a:alpha val="55294"/>
            </a:srgbClr>
          </a:solid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lt1"/>
              </a:buClr>
              <a:buSzPts val="1500"/>
              <a:buFont typeface="Arial"/>
              <a:buNone/>
              <a:defRPr sz="1500" b="1" i="0" u="none" strike="noStrike" cap="none">
                <a:solidFill>
                  <a:schemeClr val="lt1"/>
                </a:solidFill>
                <a:latin typeface="Verdana"/>
                <a:ea typeface="Verdana"/>
                <a:cs typeface="Verdana"/>
                <a:sym typeface="Verdana"/>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55" name="Google Shape;55;p26" descr="HR Excellence in Research"/>
          <p:cNvPicPr preferRelativeResize="0"/>
          <p:nvPr/>
        </p:nvPicPr>
        <p:blipFill rotWithShape="1">
          <a:blip r:embed="rId2">
            <a:alphaModFix/>
          </a:blip>
          <a:srcRect/>
          <a:stretch/>
        </p:blipFill>
        <p:spPr>
          <a:xfrm>
            <a:off x="7904136" y="158533"/>
            <a:ext cx="789743" cy="534204"/>
          </a:xfrm>
          <a:prstGeom prst="rect">
            <a:avLst/>
          </a:prstGeom>
          <a:noFill/>
          <a:ln>
            <a:noFill/>
          </a:ln>
        </p:spPr>
      </p:pic>
      <p:pic>
        <p:nvPicPr>
          <p:cNvPr id="56" name="Google Shape;56;p26" descr="Università degli Studi di Firenze. Da un secolo, oltre."/>
          <p:cNvPicPr preferRelativeResize="0"/>
          <p:nvPr/>
        </p:nvPicPr>
        <p:blipFill rotWithShape="1">
          <a:blip r:embed="rId3">
            <a:alphaModFix/>
          </a:blip>
          <a:srcRect/>
          <a:stretch/>
        </p:blipFill>
        <p:spPr>
          <a:xfrm>
            <a:off x="218007" y="149443"/>
            <a:ext cx="948332" cy="53124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nterna_immagine+testo">
  <p:cSld name="Interna_immagine+testo">
    <p:spTree>
      <p:nvGrpSpPr>
        <p:cNvPr id="1" name="Shape 57"/>
        <p:cNvGrpSpPr/>
        <p:nvPr/>
      </p:nvGrpSpPr>
      <p:grpSpPr>
        <a:xfrm>
          <a:off x="0" y="0"/>
          <a:ext cx="0" cy="0"/>
          <a:chOff x="0" y="0"/>
          <a:chExt cx="0" cy="0"/>
        </a:xfrm>
      </p:grpSpPr>
      <p:sp>
        <p:nvSpPr>
          <p:cNvPr id="58" name="Google Shape;58;p27"/>
          <p:cNvSpPr/>
          <p:nvPr/>
        </p:nvSpPr>
        <p:spPr>
          <a:xfrm>
            <a:off x="1" y="4907756"/>
            <a:ext cx="8897416" cy="235743"/>
          </a:xfrm>
          <a:prstGeom prst="rect">
            <a:avLst/>
          </a:prstGeom>
          <a:solidFill>
            <a:srgbClr val="004C7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 name="Google Shape;59;p27"/>
          <p:cNvSpPr txBox="1">
            <a:spLocks noGrp="1"/>
          </p:cNvSpPr>
          <p:nvPr>
            <p:ph type="body" idx="1"/>
          </p:nvPr>
        </p:nvSpPr>
        <p:spPr>
          <a:xfrm>
            <a:off x="5790422" y="1439854"/>
            <a:ext cx="3117275" cy="269843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50000"/>
              </a:lnSpc>
              <a:spcBef>
                <a:spcPts val="1000"/>
              </a:spcBef>
              <a:spcAft>
                <a:spcPts val="0"/>
              </a:spcAft>
              <a:buClr>
                <a:schemeClr val="dk1"/>
              </a:buClr>
              <a:buSzPts val="1800"/>
              <a:buFont typeface="Arial"/>
              <a:buNone/>
              <a:defRPr sz="1800" b="0" i="0" u="none" strike="noStrike" cap="none">
                <a:solidFill>
                  <a:schemeClr val="dk1"/>
                </a:solidFill>
                <a:latin typeface="Verdana"/>
                <a:ea typeface="Verdana"/>
                <a:cs typeface="Verdana"/>
                <a:sym typeface="Verdana"/>
              </a:defRPr>
            </a:lvl1pPr>
            <a:lvl2pPr marL="914400" marR="0" lvl="1" indent="-314325" algn="l" rtl="0">
              <a:lnSpc>
                <a:spcPct val="90000"/>
              </a:lnSpc>
              <a:spcBef>
                <a:spcPts val="50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2pPr>
            <a:lvl3pPr marL="1371600" marR="0" lvl="2" indent="-314325" algn="l" rtl="0">
              <a:lnSpc>
                <a:spcPct val="90000"/>
              </a:lnSpc>
              <a:spcBef>
                <a:spcPts val="50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3pPr>
            <a:lvl4pPr marL="1828800" marR="0" lvl="3" indent="-314325" algn="l" rtl="0">
              <a:lnSpc>
                <a:spcPct val="90000"/>
              </a:lnSpc>
              <a:spcBef>
                <a:spcPts val="50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4pPr>
            <a:lvl5pPr marL="2286000" marR="0" lvl="4" indent="-314325" algn="l" rtl="0">
              <a:lnSpc>
                <a:spcPct val="90000"/>
              </a:lnSpc>
              <a:spcBef>
                <a:spcPts val="50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0" name="Google Shape;60;p27"/>
          <p:cNvSpPr>
            <a:spLocks noGrp="1"/>
          </p:cNvSpPr>
          <p:nvPr>
            <p:ph type="pic" idx="2"/>
          </p:nvPr>
        </p:nvSpPr>
        <p:spPr>
          <a:xfrm>
            <a:off x="246583" y="1439853"/>
            <a:ext cx="5399999" cy="2598221"/>
          </a:xfrm>
          <a:prstGeom prst="rect">
            <a:avLst/>
          </a:prstGeom>
          <a:noFill/>
          <a:ln>
            <a:noFill/>
          </a:ln>
        </p:spPr>
      </p:sp>
      <p:sp>
        <p:nvSpPr>
          <p:cNvPr id="61" name="Google Shape;61;p27"/>
          <p:cNvSpPr txBox="1">
            <a:spLocks noGrp="1"/>
          </p:cNvSpPr>
          <p:nvPr>
            <p:ph type="title"/>
          </p:nvPr>
        </p:nvSpPr>
        <p:spPr>
          <a:xfrm>
            <a:off x="714375" y="713183"/>
            <a:ext cx="8193322" cy="640944"/>
          </a:xfrm>
          <a:prstGeom prst="rect">
            <a:avLst/>
          </a:prstGeom>
          <a:noFill/>
          <a:ln>
            <a:noFill/>
          </a:ln>
        </p:spPr>
        <p:txBody>
          <a:bodyPr spcFirstLastPara="1" wrap="square" lIns="91425" tIns="45700" rIns="91425" bIns="45700" anchor="t" anchorCtr="0">
            <a:noAutofit/>
          </a:bodyPr>
          <a:lstStyle>
            <a:lvl1pPr marR="0" lvl="0" algn="l" rtl="0">
              <a:lnSpc>
                <a:spcPct val="120000"/>
              </a:lnSpc>
              <a:spcBef>
                <a:spcPts val="0"/>
              </a:spcBef>
              <a:spcAft>
                <a:spcPts val="0"/>
              </a:spcAft>
              <a:buClr>
                <a:schemeClr val="dk1"/>
              </a:buClr>
              <a:buSzPts val="2400"/>
              <a:buFont typeface="Verdana"/>
              <a:buNone/>
              <a:defRPr sz="24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2" name="Google Shape;62;p27"/>
          <p:cNvSpPr txBox="1"/>
          <p:nvPr/>
        </p:nvSpPr>
        <p:spPr>
          <a:xfrm>
            <a:off x="7799253" y="4927143"/>
            <a:ext cx="1019070" cy="16446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825"/>
              <a:buFont typeface="Arial"/>
              <a:buNone/>
            </a:pPr>
            <a:fld id="{00000000-1234-1234-1234-123412341234}" type="slidenum">
              <a:rPr lang="it" sz="825" b="1" i="0" u="none" strike="noStrike" cap="none">
                <a:solidFill>
                  <a:schemeClr val="lt1"/>
                </a:solidFill>
                <a:latin typeface="Verdana"/>
                <a:ea typeface="Verdana"/>
                <a:cs typeface="Verdana"/>
                <a:sym typeface="Verdana"/>
              </a:rPr>
              <a:t>‹N›</a:t>
            </a:fld>
            <a:endParaRPr sz="825" b="1" i="0" u="none" strike="noStrike" cap="none">
              <a:solidFill>
                <a:schemeClr val="lt1"/>
              </a:solidFill>
              <a:latin typeface="Verdana"/>
              <a:ea typeface="Verdana"/>
              <a:cs typeface="Verdana"/>
              <a:sym typeface="Verdana"/>
            </a:endParaRPr>
          </a:p>
        </p:txBody>
      </p:sp>
      <p:sp>
        <p:nvSpPr>
          <p:cNvPr id="63" name="Google Shape;63;p27"/>
          <p:cNvSpPr txBox="1">
            <a:spLocks noGrp="1"/>
          </p:cNvSpPr>
          <p:nvPr>
            <p:ph type="body" idx="3"/>
          </p:nvPr>
        </p:nvSpPr>
        <p:spPr>
          <a:xfrm>
            <a:off x="246583" y="4934254"/>
            <a:ext cx="7590251" cy="18781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2"/>
              </a:buClr>
              <a:buSzPts val="1100"/>
              <a:buFont typeface="Arial"/>
              <a:buNone/>
              <a:defRPr sz="1100" b="0" i="0" u="none" strike="noStrike" cap="none">
                <a:solidFill>
                  <a:schemeClr val="lt2"/>
                </a:solidFill>
                <a:latin typeface="Verdana"/>
                <a:ea typeface="Verdana"/>
                <a:cs typeface="Verdana"/>
                <a:sym typeface="Verdana"/>
              </a:defRPr>
            </a:lvl1pPr>
            <a:lvl2pPr marL="914400" marR="0" lvl="1"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2pPr>
            <a:lvl3pPr marL="1371600" marR="0" lvl="2"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3pPr>
            <a:lvl4pPr marL="1828800" marR="0" lvl="3"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4pPr>
            <a:lvl5pPr marL="2286000" marR="0" lvl="4"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4" name="Google Shape;64;p27"/>
          <p:cNvSpPr txBox="1">
            <a:spLocks noGrp="1"/>
          </p:cNvSpPr>
          <p:nvPr>
            <p:ph type="body" idx="4"/>
          </p:nvPr>
        </p:nvSpPr>
        <p:spPr>
          <a:xfrm>
            <a:off x="1" y="3777259"/>
            <a:ext cx="5399999" cy="604241"/>
          </a:xfrm>
          <a:prstGeom prst="rect">
            <a:avLst/>
          </a:prstGeom>
          <a:solidFill>
            <a:srgbClr val="004C7E">
              <a:alpha val="68627"/>
            </a:srgbClr>
          </a:solid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lt1"/>
              </a:buClr>
              <a:buSzPts val="1500"/>
              <a:buFont typeface="Arial"/>
              <a:buNone/>
              <a:defRPr sz="1500" b="0" i="0" u="none" strike="noStrike" cap="none">
                <a:solidFill>
                  <a:schemeClr val="lt1"/>
                </a:solidFill>
                <a:latin typeface="Verdana"/>
                <a:ea typeface="Verdana"/>
                <a:cs typeface="Verdana"/>
                <a:sym typeface="Verdana"/>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65" name="Google Shape;65;p27" descr="HR Excellence in Research"/>
          <p:cNvPicPr preferRelativeResize="0"/>
          <p:nvPr/>
        </p:nvPicPr>
        <p:blipFill rotWithShape="1">
          <a:blip r:embed="rId2">
            <a:alphaModFix/>
          </a:blip>
          <a:srcRect/>
          <a:stretch/>
        </p:blipFill>
        <p:spPr>
          <a:xfrm>
            <a:off x="7904136" y="158533"/>
            <a:ext cx="789743" cy="534204"/>
          </a:xfrm>
          <a:prstGeom prst="rect">
            <a:avLst/>
          </a:prstGeom>
          <a:noFill/>
          <a:ln>
            <a:noFill/>
          </a:ln>
        </p:spPr>
      </p:pic>
      <p:pic>
        <p:nvPicPr>
          <p:cNvPr id="66" name="Google Shape;66;p27" descr="Università degli Studi di Firenze. Da un secolo, oltre."/>
          <p:cNvPicPr preferRelativeResize="0"/>
          <p:nvPr/>
        </p:nvPicPr>
        <p:blipFill rotWithShape="1">
          <a:blip r:embed="rId3">
            <a:alphaModFix/>
          </a:blip>
          <a:srcRect/>
          <a:stretch/>
        </p:blipFill>
        <p:spPr>
          <a:xfrm>
            <a:off x="218007" y="149443"/>
            <a:ext cx="948332" cy="53124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nterna_2 colonne">
  <p:cSld name="Interna_2 colonne">
    <p:spTree>
      <p:nvGrpSpPr>
        <p:cNvPr id="1" name="Shape 67"/>
        <p:cNvGrpSpPr/>
        <p:nvPr/>
      </p:nvGrpSpPr>
      <p:grpSpPr>
        <a:xfrm>
          <a:off x="0" y="0"/>
          <a:ext cx="0" cy="0"/>
          <a:chOff x="0" y="0"/>
          <a:chExt cx="0" cy="0"/>
        </a:xfrm>
      </p:grpSpPr>
      <p:sp>
        <p:nvSpPr>
          <p:cNvPr id="68" name="Google Shape;68;p28"/>
          <p:cNvSpPr/>
          <p:nvPr/>
        </p:nvSpPr>
        <p:spPr>
          <a:xfrm>
            <a:off x="1" y="4907756"/>
            <a:ext cx="8897416" cy="235743"/>
          </a:xfrm>
          <a:prstGeom prst="rect">
            <a:avLst/>
          </a:prstGeom>
          <a:solidFill>
            <a:srgbClr val="004C7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 name="Google Shape;69;p28"/>
          <p:cNvSpPr txBox="1"/>
          <p:nvPr/>
        </p:nvSpPr>
        <p:spPr>
          <a:xfrm>
            <a:off x="7799253" y="4927143"/>
            <a:ext cx="1019070" cy="16446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825"/>
              <a:buFont typeface="Arial"/>
              <a:buNone/>
            </a:pPr>
            <a:fld id="{00000000-1234-1234-1234-123412341234}" type="slidenum">
              <a:rPr lang="it" sz="825" b="1" i="0" u="none" strike="noStrike" cap="none">
                <a:solidFill>
                  <a:schemeClr val="lt1"/>
                </a:solidFill>
                <a:latin typeface="Verdana"/>
                <a:ea typeface="Verdana"/>
                <a:cs typeface="Verdana"/>
                <a:sym typeface="Verdana"/>
              </a:rPr>
              <a:t>‹N›</a:t>
            </a:fld>
            <a:endParaRPr sz="825" b="1" i="0" u="none" strike="noStrike" cap="none">
              <a:solidFill>
                <a:schemeClr val="lt1"/>
              </a:solidFill>
              <a:latin typeface="Verdana"/>
              <a:ea typeface="Verdana"/>
              <a:cs typeface="Verdana"/>
              <a:sym typeface="Verdana"/>
            </a:endParaRPr>
          </a:p>
        </p:txBody>
      </p:sp>
      <p:sp>
        <p:nvSpPr>
          <p:cNvPr id="70" name="Google Shape;70;p28"/>
          <p:cNvSpPr txBox="1">
            <a:spLocks noGrp="1"/>
          </p:cNvSpPr>
          <p:nvPr>
            <p:ph type="title"/>
          </p:nvPr>
        </p:nvSpPr>
        <p:spPr>
          <a:xfrm>
            <a:off x="714375" y="713183"/>
            <a:ext cx="8103948" cy="640944"/>
          </a:xfrm>
          <a:prstGeom prst="rect">
            <a:avLst/>
          </a:prstGeom>
          <a:noFill/>
          <a:ln>
            <a:noFill/>
          </a:ln>
        </p:spPr>
        <p:txBody>
          <a:bodyPr spcFirstLastPara="1" wrap="square" lIns="91425" tIns="45700" rIns="91425" bIns="45700" anchor="t" anchorCtr="0">
            <a:noAutofit/>
          </a:bodyPr>
          <a:lstStyle>
            <a:lvl1pPr marR="0" lvl="0" algn="l" rtl="0">
              <a:lnSpc>
                <a:spcPct val="120000"/>
              </a:lnSpc>
              <a:spcBef>
                <a:spcPts val="0"/>
              </a:spcBef>
              <a:spcAft>
                <a:spcPts val="0"/>
              </a:spcAft>
              <a:buClr>
                <a:schemeClr val="dk1"/>
              </a:buClr>
              <a:buSzPts val="2400"/>
              <a:buFont typeface="Verdana"/>
              <a:buNone/>
              <a:defRPr sz="24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1" name="Google Shape;71;p28"/>
          <p:cNvSpPr txBox="1">
            <a:spLocks noGrp="1"/>
          </p:cNvSpPr>
          <p:nvPr>
            <p:ph type="body" idx="1"/>
          </p:nvPr>
        </p:nvSpPr>
        <p:spPr>
          <a:xfrm>
            <a:off x="714374" y="1883535"/>
            <a:ext cx="3709185" cy="2972333"/>
          </a:xfrm>
          <a:prstGeom prst="rect">
            <a:avLst/>
          </a:prstGeom>
          <a:noFill/>
          <a:ln>
            <a:noFill/>
          </a:ln>
        </p:spPr>
        <p:txBody>
          <a:bodyPr spcFirstLastPara="1" wrap="square" lIns="91425" tIns="45700" rIns="91425" bIns="45700" anchor="ctr" anchorCtr="0">
            <a:normAutofit/>
          </a:bodyPr>
          <a:lstStyle>
            <a:lvl1pPr marL="457200" marR="0" lvl="0" indent="-228600" algn="l" rtl="0">
              <a:lnSpc>
                <a:spcPct val="90000"/>
              </a:lnSpc>
              <a:spcBef>
                <a:spcPts val="1000"/>
              </a:spcBef>
              <a:spcAft>
                <a:spcPts val="0"/>
              </a:spcAft>
              <a:buClr>
                <a:srgbClr val="595959"/>
              </a:buClr>
              <a:buSzPts val="1400"/>
              <a:buFont typeface="Fira Sans"/>
              <a:buNone/>
              <a:defRPr sz="1400" b="0" i="0" u="none" strike="noStrike" cap="none">
                <a:solidFill>
                  <a:srgbClr val="595959"/>
                </a:solidFill>
                <a:latin typeface="Verdana"/>
                <a:ea typeface="Verdana"/>
                <a:cs typeface="Verdana"/>
                <a:sym typeface="Verdana"/>
              </a:defRPr>
            </a:lvl1pPr>
            <a:lvl2pPr marL="914400" marR="0" lvl="1" indent="-314325" algn="l" rtl="0">
              <a:lnSpc>
                <a:spcPct val="90000"/>
              </a:lnSpc>
              <a:spcBef>
                <a:spcPts val="375"/>
              </a:spcBef>
              <a:spcAft>
                <a:spcPts val="0"/>
              </a:spcAft>
              <a:buClr>
                <a:srgbClr val="595959"/>
              </a:buClr>
              <a:buSzPts val="1350"/>
              <a:buFont typeface="Arial"/>
              <a:buChar char="•"/>
              <a:defRPr sz="1350" b="0" i="0" u="none" strike="noStrike" cap="none">
                <a:solidFill>
                  <a:srgbClr val="595959"/>
                </a:solidFill>
                <a:latin typeface="Calibri"/>
                <a:ea typeface="Calibri"/>
                <a:cs typeface="Calibri"/>
                <a:sym typeface="Calibri"/>
              </a:defRPr>
            </a:lvl2pPr>
            <a:lvl3pPr marL="1371600" marR="0" lvl="2" indent="-304800" algn="l" rtl="0">
              <a:lnSpc>
                <a:spcPct val="90000"/>
              </a:lnSpc>
              <a:spcBef>
                <a:spcPts val="375"/>
              </a:spcBef>
              <a:spcAft>
                <a:spcPts val="0"/>
              </a:spcAft>
              <a:buClr>
                <a:srgbClr val="595959"/>
              </a:buClr>
              <a:buSzPts val="1200"/>
              <a:buFont typeface="Arial"/>
              <a:buChar char="•"/>
              <a:defRPr sz="1200" b="0" i="0" u="none" strike="noStrike" cap="none">
                <a:solidFill>
                  <a:srgbClr val="595959"/>
                </a:solidFill>
                <a:latin typeface="Calibri"/>
                <a:ea typeface="Calibri"/>
                <a:cs typeface="Calibri"/>
                <a:sym typeface="Calibri"/>
              </a:defRPr>
            </a:lvl3pPr>
            <a:lvl4pPr marL="1828800" marR="0" lvl="3" indent="-276225" algn="l" rtl="0">
              <a:lnSpc>
                <a:spcPct val="90000"/>
              </a:lnSpc>
              <a:spcBef>
                <a:spcPts val="375"/>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9pPr>
          </a:lstStyle>
          <a:p>
            <a:endParaRPr/>
          </a:p>
        </p:txBody>
      </p:sp>
      <p:sp>
        <p:nvSpPr>
          <p:cNvPr id="72" name="Google Shape;72;p28"/>
          <p:cNvSpPr txBox="1">
            <a:spLocks noGrp="1"/>
          </p:cNvSpPr>
          <p:nvPr>
            <p:ph type="body" idx="2"/>
          </p:nvPr>
        </p:nvSpPr>
        <p:spPr>
          <a:xfrm>
            <a:off x="4720441" y="1883535"/>
            <a:ext cx="3793718" cy="2972333"/>
          </a:xfrm>
          <a:prstGeom prst="rect">
            <a:avLst/>
          </a:prstGeom>
          <a:noFill/>
          <a:ln>
            <a:noFill/>
          </a:ln>
        </p:spPr>
        <p:txBody>
          <a:bodyPr spcFirstLastPara="1" wrap="square" lIns="91425" tIns="45700" rIns="91425" bIns="45700" anchor="ctr" anchorCtr="0">
            <a:normAutofit/>
          </a:bodyPr>
          <a:lstStyle>
            <a:lvl1pPr marL="457200" marR="0" lvl="0" indent="-228600" algn="l" rtl="0">
              <a:lnSpc>
                <a:spcPct val="90000"/>
              </a:lnSpc>
              <a:spcBef>
                <a:spcPts val="1000"/>
              </a:spcBef>
              <a:spcAft>
                <a:spcPts val="0"/>
              </a:spcAft>
              <a:buClr>
                <a:srgbClr val="595959"/>
              </a:buClr>
              <a:buSzPts val="1400"/>
              <a:buFont typeface="Fira Sans"/>
              <a:buNone/>
              <a:defRPr sz="1400" b="0" i="0" u="none" strike="noStrike" cap="none">
                <a:solidFill>
                  <a:srgbClr val="595959"/>
                </a:solidFill>
                <a:latin typeface="Verdana"/>
                <a:ea typeface="Verdana"/>
                <a:cs typeface="Verdana"/>
                <a:sym typeface="Verdana"/>
              </a:defRPr>
            </a:lvl1pPr>
            <a:lvl2pPr marL="914400" marR="0" lvl="1" indent="-314325" algn="l" rtl="0">
              <a:lnSpc>
                <a:spcPct val="90000"/>
              </a:lnSpc>
              <a:spcBef>
                <a:spcPts val="375"/>
              </a:spcBef>
              <a:spcAft>
                <a:spcPts val="0"/>
              </a:spcAft>
              <a:buClr>
                <a:srgbClr val="595959"/>
              </a:buClr>
              <a:buSzPts val="1350"/>
              <a:buFont typeface="Arial"/>
              <a:buChar char="•"/>
              <a:defRPr sz="1350" b="0" i="0" u="none" strike="noStrike" cap="none">
                <a:solidFill>
                  <a:srgbClr val="595959"/>
                </a:solidFill>
                <a:latin typeface="Calibri"/>
                <a:ea typeface="Calibri"/>
                <a:cs typeface="Calibri"/>
                <a:sym typeface="Calibri"/>
              </a:defRPr>
            </a:lvl2pPr>
            <a:lvl3pPr marL="1371600" marR="0" lvl="2" indent="-304800" algn="l" rtl="0">
              <a:lnSpc>
                <a:spcPct val="90000"/>
              </a:lnSpc>
              <a:spcBef>
                <a:spcPts val="375"/>
              </a:spcBef>
              <a:spcAft>
                <a:spcPts val="0"/>
              </a:spcAft>
              <a:buClr>
                <a:srgbClr val="595959"/>
              </a:buClr>
              <a:buSzPts val="1200"/>
              <a:buFont typeface="Arial"/>
              <a:buChar char="•"/>
              <a:defRPr sz="1200" b="0" i="0" u="none" strike="noStrike" cap="none">
                <a:solidFill>
                  <a:srgbClr val="595959"/>
                </a:solidFill>
                <a:latin typeface="Calibri"/>
                <a:ea typeface="Calibri"/>
                <a:cs typeface="Calibri"/>
                <a:sym typeface="Calibri"/>
              </a:defRPr>
            </a:lvl3pPr>
            <a:lvl4pPr marL="1828800" marR="0" lvl="3" indent="-276225" algn="l" rtl="0">
              <a:lnSpc>
                <a:spcPct val="90000"/>
              </a:lnSpc>
              <a:spcBef>
                <a:spcPts val="375"/>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9pPr>
          </a:lstStyle>
          <a:p>
            <a:endParaRPr/>
          </a:p>
        </p:txBody>
      </p:sp>
      <p:sp>
        <p:nvSpPr>
          <p:cNvPr id="73" name="Google Shape;73;p28"/>
          <p:cNvSpPr txBox="1">
            <a:spLocks noGrp="1"/>
          </p:cNvSpPr>
          <p:nvPr>
            <p:ph type="body" idx="3"/>
          </p:nvPr>
        </p:nvSpPr>
        <p:spPr>
          <a:xfrm>
            <a:off x="713183" y="1434204"/>
            <a:ext cx="3709186" cy="400949"/>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727272"/>
              </a:buClr>
              <a:buSzPts val="1500"/>
              <a:buFont typeface="Arial"/>
              <a:buNone/>
              <a:defRPr sz="1500" b="1" i="0" u="none" strike="noStrike" cap="none">
                <a:solidFill>
                  <a:srgbClr val="727272"/>
                </a:solidFill>
                <a:latin typeface="Verdana"/>
                <a:ea typeface="Verdana"/>
                <a:cs typeface="Verdana"/>
                <a:sym typeface="Verdana"/>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4" name="Google Shape;74;p28"/>
          <p:cNvSpPr txBox="1">
            <a:spLocks noGrp="1"/>
          </p:cNvSpPr>
          <p:nvPr>
            <p:ph type="body" idx="4"/>
          </p:nvPr>
        </p:nvSpPr>
        <p:spPr>
          <a:xfrm>
            <a:off x="4720441" y="1434203"/>
            <a:ext cx="3793718" cy="40094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727272"/>
              </a:buClr>
              <a:buSzPts val="1500"/>
              <a:buFont typeface="Arial"/>
              <a:buNone/>
              <a:defRPr sz="1500" b="1" i="0" u="none" strike="noStrike" cap="none">
                <a:solidFill>
                  <a:srgbClr val="727272"/>
                </a:solidFill>
                <a:latin typeface="Verdana"/>
                <a:ea typeface="Verdana"/>
                <a:cs typeface="Verdana"/>
                <a:sym typeface="Verdana"/>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75" name="Google Shape;75;p28"/>
          <p:cNvCxnSpPr/>
          <p:nvPr/>
        </p:nvCxnSpPr>
        <p:spPr>
          <a:xfrm>
            <a:off x="4572000" y="1879273"/>
            <a:ext cx="0" cy="2975486"/>
          </a:xfrm>
          <a:prstGeom prst="straightConnector1">
            <a:avLst/>
          </a:prstGeom>
          <a:noFill/>
          <a:ln w="12700" cap="flat" cmpd="sng">
            <a:solidFill>
              <a:srgbClr val="004C7E"/>
            </a:solidFill>
            <a:prstDash val="solid"/>
            <a:miter lim="800000"/>
            <a:headEnd type="none" w="sm" len="sm"/>
            <a:tailEnd type="none" w="sm" len="sm"/>
          </a:ln>
        </p:spPr>
      </p:cxnSp>
      <p:sp>
        <p:nvSpPr>
          <p:cNvPr id="76" name="Google Shape;76;p28"/>
          <p:cNvSpPr txBox="1">
            <a:spLocks noGrp="1"/>
          </p:cNvSpPr>
          <p:nvPr>
            <p:ph type="body" idx="5"/>
          </p:nvPr>
        </p:nvSpPr>
        <p:spPr>
          <a:xfrm>
            <a:off x="246583" y="4934254"/>
            <a:ext cx="7590251" cy="18781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2"/>
              </a:buClr>
              <a:buSzPts val="1100"/>
              <a:buFont typeface="Arial"/>
              <a:buNone/>
              <a:defRPr sz="1100" b="0" i="0" u="none" strike="noStrike" cap="none">
                <a:solidFill>
                  <a:schemeClr val="lt2"/>
                </a:solidFill>
                <a:latin typeface="Verdana"/>
                <a:ea typeface="Verdana"/>
                <a:cs typeface="Verdana"/>
                <a:sym typeface="Verdana"/>
              </a:defRPr>
            </a:lvl1pPr>
            <a:lvl2pPr marL="914400" marR="0" lvl="1"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2pPr>
            <a:lvl3pPr marL="1371600" marR="0" lvl="2"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3pPr>
            <a:lvl4pPr marL="1828800" marR="0" lvl="3"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4pPr>
            <a:lvl5pPr marL="2286000" marR="0" lvl="4"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77" name="Google Shape;77;p28" descr="HR Excellence in Research"/>
          <p:cNvPicPr preferRelativeResize="0"/>
          <p:nvPr/>
        </p:nvPicPr>
        <p:blipFill rotWithShape="1">
          <a:blip r:embed="rId2">
            <a:alphaModFix/>
          </a:blip>
          <a:srcRect/>
          <a:stretch/>
        </p:blipFill>
        <p:spPr>
          <a:xfrm>
            <a:off x="7904136" y="158533"/>
            <a:ext cx="789743" cy="534204"/>
          </a:xfrm>
          <a:prstGeom prst="rect">
            <a:avLst/>
          </a:prstGeom>
          <a:noFill/>
          <a:ln>
            <a:noFill/>
          </a:ln>
        </p:spPr>
      </p:pic>
      <p:pic>
        <p:nvPicPr>
          <p:cNvPr id="78" name="Google Shape;78;p28" descr="Università degli Studi di Firenze. Da un secolo, oltre."/>
          <p:cNvPicPr preferRelativeResize="0"/>
          <p:nvPr/>
        </p:nvPicPr>
        <p:blipFill rotWithShape="1">
          <a:blip r:embed="rId3">
            <a:alphaModFix/>
          </a:blip>
          <a:srcRect/>
          <a:stretch/>
        </p:blipFill>
        <p:spPr>
          <a:xfrm>
            <a:off x="218007" y="149443"/>
            <a:ext cx="948332" cy="531242"/>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nterna_3 colonne">
  <p:cSld name="Interna_3 colonne">
    <p:spTree>
      <p:nvGrpSpPr>
        <p:cNvPr id="1" name="Shape 79"/>
        <p:cNvGrpSpPr/>
        <p:nvPr/>
      </p:nvGrpSpPr>
      <p:grpSpPr>
        <a:xfrm>
          <a:off x="0" y="0"/>
          <a:ext cx="0" cy="0"/>
          <a:chOff x="0" y="0"/>
          <a:chExt cx="0" cy="0"/>
        </a:xfrm>
      </p:grpSpPr>
      <p:sp>
        <p:nvSpPr>
          <p:cNvPr id="80" name="Google Shape;80;p29"/>
          <p:cNvSpPr/>
          <p:nvPr/>
        </p:nvSpPr>
        <p:spPr>
          <a:xfrm>
            <a:off x="1" y="4907756"/>
            <a:ext cx="8897416" cy="235743"/>
          </a:xfrm>
          <a:prstGeom prst="rect">
            <a:avLst/>
          </a:prstGeom>
          <a:solidFill>
            <a:srgbClr val="004C7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 name="Google Shape;81;p29"/>
          <p:cNvSpPr txBox="1"/>
          <p:nvPr/>
        </p:nvSpPr>
        <p:spPr>
          <a:xfrm>
            <a:off x="7799253" y="4927143"/>
            <a:ext cx="1019070" cy="16446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825"/>
              <a:buFont typeface="Arial"/>
              <a:buNone/>
            </a:pPr>
            <a:fld id="{00000000-1234-1234-1234-123412341234}" type="slidenum">
              <a:rPr lang="it" sz="825" b="1" i="0" u="none" strike="noStrike" cap="none">
                <a:solidFill>
                  <a:schemeClr val="lt1"/>
                </a:solidFill>
                <a:latin typeface="Verdana"/>
                <a:ea typeface="Verdana"/>
                <a:cs typeface="Verdana"/>
                <a:sym typeface="Verdana"/>
              </a:rPr>
              <a:t>‹N›</a:t>
            </a:fld>
            <a:endParaRPr sz="825" b="1" i="0" u="none" strike="noStrike" cap="none">
              <a:solidFill>
                <a:schemeClr val="lt1"/>
              </a:solidFill>
              <a:latin typeface="Verdana"/>
              <a:ea typeface="Verdana"/>
              <a:cs typeface="Verdana"/>
              <a:sym typeface="Verdana"/>
            </a:endParaRPr>
          </a:p>
        </p:txBody>
      </p:sp>
      <p:sp>
        <p:nvSpPr>
          <p:cNvPr id="82" name="Google Shape;82;p29"/>
          <p:cNvSpPr txBox="1">
            <a:spLocks noGrp="1"/>
          </p:cNvSpPr>
          <p:nvPr>
            <p:ph type="title"/>
          </p:nvPr>
        </p:nvSpPr>
        <p:spPr>
          <a:xfrm>
            <a:off x="714375" y="713183"/>
            <a:ext cx="8103948" cy="640944"/>
          </a:xfrm>
          <a:prstGeom prst="rect">
            <a:avLst/>
          </a:prstGeom>
          <a:noFill/>
          <a:ln>
            <a:noFill/>
          </a:ln>
        </p:spPr>
        <p:txBody>
          <a:bodyPr spcFirstLastPara="1" wrap="square" lIns="91425" tIns="45700" rIns="91425" bIns="45700" anchor="t" anchorCtr="0">
            <a:noAutofit/>
          </a:bodyPr>
          <a:lstStyle>
            <a:lvl1pPr marR="0" lvl="0" algn="l" rtl="0">
              <a:lnSpc>
                <a:spcPct val="120000"/>
              </a:lnSpc>
              <a:spcBef>
                <a:spcPts val="0"/>
              </a:spcBef>
              <a:spcAft>
                <a:spcPts val="0"/>
              </a:spcAft>
              <a:buClr>
                <a:schemeClr val="dk1"/>
              </a:buClr>
              <a:buSzPts val="2400"/>
              <a:buFont typeface="Verdana"/>
              <a:buNone/>
              <a:defRPr sz="24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3" name="Google Shape;83;p29"/>
          <p:cNvSpPr txBox="1">
            <a:spLocks noGrp="1"/>
          </p:cNvSpPr>
          <p:nvPr>
            <p:ph type="body" idx="1"/>
          </p:nvPr>
        </p:nvSpPr>
        <p:spPr>
          <a:xfrm>
            <a:off x="714375" y="2087133"/>
            <a:ext cx="2242583" cy="2749190"/>
          </a:xfrm>
          <a:prstGeom prst="rect">
            <a:avLst/>
          </a:prstGeom>
          <a:noFill/>
          <a:ln>
            <a:noFill/>
          </a:ln>
        </p:spPr>
        <p:txBody>
          <a:bodyPr spcFirstLastPara="1" wrap="square" lIns="91425" tIns="45700" rIns="91425" bIns="45700" anchor="ctr" anchorCtr="0">
            <a:normAutofit/>
          </a:bodyPr>
          <a:lstStyle>
            <a:lvl1pPr marL="457200" marR="0" lvl="0" indent="-228600" algn="l" rtl="0">
              <a:lnSpc>
                <a:spcPct val="90000"/>
              </a:lnSpc>
              <a:spcBef>
                <a:spcPts val="1000"/>
              </a:spcBef>
              <a:spcAft>
                <a:spcPts val="0"/>
              </a:spcAft>
              <a:buClr>
                <a:srgbClr val="595959"/>
              </a:buClr>
              <a:buSzPts val="1400"/>
              <a:buFont typeface="Fira Sans"/>
              <a:buNone/>
              <a:defRPr sz="1400" b="0" i="0" u="none" strike="noStrike" cap="none">
                <a:solidFill>
                  <a:srgbClr val="595959"/>
                </a:solidFill>
                <a:latin typeface="Verdana"/>
                <a:ea typeface="Verdana"/>
                <a:cs typeface="Verdana"/>
                <a:sym typeface="Verdana"/>
              </a:defRPr>
            </a:lvl1pPr>
            <a:lvl2pPr marL="914400" marR="0" lvl="1" indent="-317500" algn="l" rtl="0">
              <a:lnSpc>
                <a:spcPct val="90000"/>
              </a:lnSpc>
              <a:spcBef>
                <a:spcPts val="375"/>
              </a:spcBef>
              <a:spcAft>
                <a:spcPts val="0"/>
              </a:spcAft>
              <a:buClr>
                <a:srgbClr val="595959"/>
              </a:buClr>
              <a:buSzPts val="1400"/>
              <a:buFont typeface="Arial"/>
              <a:buChar char="•"/>
              <a:defRPr sz="1400" b="0" i="0" u="none" strike="noStrike" cap="none">
                <a:solidFill>
                  <a:srgbClr val="595959"/>
                </a:solidFill>
                <a:latin typeface="Calibri"/>
                <a:ea typeface="Calibri"/>
                <a:cs typeface="Calibri"/>
                <a:sym typeface="Calibri"/>
              </a:defRPr>
            </a:lvl2pPr>
            <a:lvl3pPr marL="1371600" marR="0" lvl="2" indent="-304800" algn="l" rtl="0">
              <a:lnSpc>
                <a:spcPct val="90000"/>
              </a:lnSpc>
              <a:spcBef>
                <a:spcPts val="375"/>
              </a:spcBef>
              <a:spcAft>
                <a:spcPts val="0"/>
              </a:spcAft>
              <a:buClr>
                <a:srgbClr val="595959"/>
              </a:buClr>
              <a:buSzPts val="1200"/>
              <a:buFont typeface="Arial"/>
              <a:buChar char="•"/>
              <a:defRPr sz="1200" b="0" i="0" u="none" strike="noStrike" cap="none">
                <a:solidFill>
                  <a:srgbClr val="595959"/>
                </a:solidFill>
                <a:latin typeface="Calibri"/>
                <a:ea typeface="Calibri"/>
                <a:cs typeface="Calibri"/>
                <a:sym typeface="Calibri"/>
              </a:defRPr>
            </a:lvl3pPr>
            <a:lvl4pPr marL="1828800" marR="0" lvl="3" indent="-276225" algn="l" rtl="0">
              <a:lnSpc>
                <a:spcPct val="90000"/>
              </a:lnSpc>
              <a:spcBef>
                <a:spcPts val="375"/>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9pPr>
          </a:lstStyle>
          <a:p>
            <a:endParaRPr/>
          </a:p>
        </p:txBody>
      </p:sp>
      <p:sp>
        <p:nvSpPr>
          <p:cNvPr id="84" name="Google Shape;84;p29"/>
          <p:cNvSpPr txBox="1">
            <a:spLocks noGrp="1"/>
          </p:cNvSpPr>
          <p:nvPr>
            <p:ph type="body" idx="2"/>
          </p:nvPr>
        </p:nvSpPr>
        <p:spPr>
          <a:xfrm>
            <a:off x="3408443" y="2087133"/>
            <a:ext cx="2327115" cy="2749190"/>
          </a:xfrm>
          <a:prstGeom prst="rect">
            <a:avLst/>
          </a:prstGeom>
          <a:noFill/>
          <a:ln>
            <a:noFill/>
          </a:ln>
        </p:spPr>
        <p:txBody>
          <a:bodyPr spcFirstLastPara="1" wrap="square" lIns="91425" tIns="45700" rIns="91425" bIns="45700" anchor="ctr" anchorCtr="0">
            <a:normAutofit/>
          </a:bodyPr>
          <a:lstStyle>
            <a:lvl1pPr marL="457200" marR="0" lvl="0" indent="-228600" algn="l" rtl="0">
              <a:lnSpc>
                <a:spcPct val="90000"/>
              </a:lnSpc>
              <a:spcBef>
                <a:spcPts val="1000"/>
              </a:spcBef>
              <a:spcAft>
                <a:spcPts val="0"/>
              </a:spcAft>
              <a:buClr>
                <a:srgbClr val="595959"/>
              </a:buClr>
              <a:buSzPts val="1400"/>
              <a:buFont typeface="Fira Sans"/>
              <a:buNone/>
              <a:defRPr sz="1400" b="0" i="0" u="none" strike="noStrike" cap="none">
                <a:solidFill>
                  <a:srgbClr val="595959"/>
                </a:solidFill>
                <a:latin typeface="Verdana"/>
                <a:ea typeface="Verdana"/>
                <a:cs typeface="Verdana"/>
                <a:sym typeface="Verdana"/>
              </a:defRPr>
            </a:lvl1pPr>
            <a:lvl2pPr marL="914400" marR="0" lvl="1" indent="-317500" algn="l" rtl="0">
              <a:lnSpc>
                <a:spcPct val="90000"/>
              </a:lnSpc>
              <a:spcBef>
                <a:spcPts val="375"/>
              </a:spcBef>
              <a:spcAft>
                <a:spcPts val="0"/>
              </a:spcAft>
              <a:buClr>
                <a:srgbClr val="595959"/>
              </a:buClr>
              <a:buSzPts val="1400"/>
              <a:buFont typeface="Arial"/>
              <a:buChar char="•"/>
              <a:defRPr sz="1400" b="0" i="0" u="none" strike="noStrike" cap="none">
                <a:solidFill>
                  <a:srgbClr val="595959"/>
                </a:solidFill>
                <a:latin typeface="Calibri"/>
                <a:ea typeface="Calibri"/>
                <a:cs typeface="Calibri"/>
                <a:sym typeface="Calibri"/>
              </a:defRPr>
            </a:lvl2pPr>
            <a:lvl3pPr marL="1371600" marR="0" lvl="2" indent="-304800" algn="l" rtl="0">
              <a:lnSpc>
                <a:spcPct val="90000"/>
              </a:lnSpc>
              <a:spcBef>
                <a:spcPts val="375"/>
              </a:spcBef>
              <a:spcAft>
                <a:spcPts val="0"/>
              </a:spcAft>
              <a:buClr>
                <a:srgbClr val="595959"/>
              </a:buClr>
              <a:buSzPts val="1200"/>
              <a:buFont typeface="Arial"/>
              <a:buChar char="•"/>
              <a:defRPr sz="1200" b="0" i="0" u="none" strike="noStrike" cap="none">
                <a:solidFill>
                  <a:srgbClr val="595959"/>
                </a:solidFill>
                <a:latin typeface="Calibri"/>
                <a:ea typeface="Calibri"/>
                <a:cs typeface="Calibri"/>
                <a:sym typeface="Calibri"/>
              </a:defRPr>
            </a:lvl3pPr>
            <a:lvl4pPr marL="1828800" marR="0" lvl="3" indent="-276225" algn="l" rtl="0">
              <a:lnSpc>
                <a:spcPct val="90000"/>
              </a:lnSpc>
              <a:spcBef>
                <a:spcPts val="375"/>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9pPr>
          </a:lstStyle>
          <a:p>
            <a:endParaRPr/>
          </a:p>
        </p:txBody>
      </p:sp>
      <p:sp>
        <p:nvSpPr>
          <p:cNvPr id="85" name="Google Shape;85;p29"/>
          <p:cNvSpPr txBox="1">
            <a:spLocks noGrp="1"/>
          </p:cNvSpPr>
          <p:nvPr>
            <p:ph type="body" idx="3"/>
          </p:nvPr>
        </p:nvSpPr>
        <p:spPr>
          <a:xfrm>
            <a:off x="6187046" y="2087133"/>
            <a:ext cx="2327115" cy="2749190"/>
          </a:xfrm>
          <a:prstGeom prst="rect">
            <a:avLst/>
          </a:prstGeom>
          <a:noFill/>
          <a:ln>
            <a:noFill/>
          </a:ln>
        </p:spPr>
        <p:txBody>
          <a:bodyPr spcFirstLastPara="1" wrap="square" lIns="91425" tIns="45700" rIns="91425" bIns="45700" anchor="ctr" anchorCtr="0">
            <a:normAutofit/>
          </a:bodyPr>
          <a:lstStyle>
            <a:lvl1pPr marL="457200" marR="0" lvl="0" indent="-228600" algn="l" rtl="0">
              <a:lnSpc>
                <a:spcPct val="90000"/>
              </a:lnSpc>
              <a:spcBef>
                <a:spcPts val="1000"/>
              </a:spcBef>
              <a:spcAft>
                <a:spcPts val="0"/>
              </a:spcAft>
              <a:buClr>
                <a:srgbClr val="595959"/>
              </a:buClr>
              <a:buSzPts val="1400"/>
              <a:buFont typeface="Fira Sans"/>
              <a:buNone/>
              <a:defRPr sz="1400" b="0" i="0" u="none" strike="noStrike" cap="none">
                <a:solidFill>
                  <a:srgbClr val="595959"/>
                </a:solidFill>
                <a:latin typeface="Verdana"/>
                <a:ea typeface="Verdana"/>
                <a:cs typeface="Verdana"/>
                <a:sym typeface="Verdana"/>
              </a:defRPr>
            </a:lvl1pPr>
            <a:lvl2pPr marL="914400" marR="0" lvl="1" indent="-317500" algn="l" rtl="0">
              <a:lnSpc>
                <a:spcPct val="90000"/>
              </a:lnSpc>
              <a:spcBef>
                <a:spcPts val="375"/>
              </a:spcBef>
              <a:spcAft>
                <a:spcPts val="0"/>
              </a:spcAft>
              <a:buClr>
                <a:srgbClr val="595959"/>
              </a:buClr>
              <a:buSzPts val="1400"/>
              <a:buFont typeface="Arial"/>
              <a:buChar char="•"/>
              <a:defRPr sz="1400" b="0" i="0" u="none" strike="noStrike" cap="none">
                <a:solidFill>
                  <a:srgbClr val="595959"/>
                </a:solidFill>
                <a:latin typeface="Calibri"/>
                <a:ea typeface="Calibri"/>
                <a:cs typeface="Calibri"/>
                <a:sym typeface="Calibri"/>
              </a:defRPr>
            </a:lvl2pPr>
            <a:lvl3pPr marL="1371600" marR="0" lvl="2" indent="-304800" algn="l" rtl="0">
              <a:lnSpc>
                <a:spcPct val="90000"/>
              </a:lnSpc>
              <a:spcBef>
                <a:spcPts val="375"/>
              </a:spcBef>
              <a:spcAft>
                <a:spcPts val="0"/>
              </a:spcAft>
              <a:buClr>
                <a:srgbClr val="595959"/>
              </a:buClr>
              <a:buSzPts val="1200"/>
              <a:buFont typeface="Arial"/>
              <a:buChar char="•"/>
              <a:defRPr sz="1200" b="0" i="0" u="none" strike="noStrike" cap="none">
                <a:solidFill>
                  <a:srgbClr val="595959"/>
                </a:solidFill>
                <a:latin typeface="Calibri"/>
                <a:ea typeface="Calibri"/>
                <a:cs typeface="Calibri"/>
                <a:sym typeface="Calibri"/>
              </a:defRPr>
            </a:lvl3pPr>
            <a:lvl4pPr marL="1828800" marR="0" lvl="3" indent="-276225" algn="l" rtl="0">
              <a:lnSpc>
                <a:spcPct val="90000"/>
              </a:lnSpc>
              <a:spcBef>
                <a:spcPts val="375"/>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9pPr>
          </a:lstStyle>
          <a:p>
            <a:endParaRPr/>
          </a:p>
        </p:txBody>
      </p:sp>
      <p:sp>
        <p:nvSpPr>
          <p:cNvPr id="86" name="Google Shape;86;p29"/>
          <p:cNvSpPr txBox="1">
            <a:spLocks noGrp="1"/>
          </p:cNvSpPr>
          <p:nvPr>
            <p:ph type="body" idx="4"/>
          </p:nvPr>
        </p:nvSpPr>
        <p:spPr>
          <a:xfrm>
            <a:off x="713184" y="1431580"/>
            <a:ext cx="2242583" cy="571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727272"/>
              </a:buClr>
              <a:buSzPts val="1500"/>
              <a:buFont typeface="Arial"/>
              <a:buNone/>
              <a:defRPr sz="1500" b="1" i="0" u="none" strike="noStrike" cap="none">
                <a:solidFill>
                  <a:srgbClr val="727272"/>
                </a:solidFill>
                <a:latin typeface="Verdana"/>
                <a:ea typeface="Verdana"/>
                <a:cs typeface="Verdana"/>
                <a:sym typeface="Verdana"/>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29"/>
          <p:cNvSpPr txBox="1">
            <a:spLocks noGrp="1"/>
          </p:cNvSpPr>
          <p:nvPr>
            <p:ph type="body" idx="5"/>
          </p:nvPr>
        </p:nvSpPr>
        <p:spPr>
          <a:xfrm>
            <a:off x="3408443" y="1431579"/>
            <a:ext cx="2327115" cy="571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727272"/>
              </a:buClr>
              <a:buSzPts val="1500"/>
              <a:buFont typeface="Arial"/>
              <a:buNone/>
              <a:defRPr sz="1500" b="1" i="0" u="none" strike="noStrike" cap="none">
                <a:solidFill>
                  <a:srgbClr val="727272"/>
                </a:solidFill>
                <a:latin typeface="Verdana"/>
                <a:ea typeface="Verdana"/>
                <a:cs typeface="Verdana"/>
                <a:sym typeface="Verdana"/>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8" name="Google Shape;88;p29"/>
          <p:cNvSpPr txBox="1">
            <a:spLocks noGrp="1"/>
          </p:cNvSpPr>
          <p:nvPr>
            <p:ph type="body" idx="6"/>
          </p:nvPr>
        </p:nvSpPr>
        <p:spPr>
          <a:xfrm>
            <a:off x="6187046" y="1431579"/>
            <a:ext cx="2327115" cy="571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727272"/>
              </a:buClr>
              <a:buSzPts val="1500"/>
              <a:buFont typeface="Arial"/>
              <a:buNone/>
              <a:defRPr sz="1500" b="1" i="0" u="none" strike="noStrike" cap="none">
                <a:solidFill>
                  <a:srgbClr val="727272"/>
                </a:solidFill>
                <a:latin typeface="Verdana"/>
                <a:ea typeface="Verdana"/>
                <a:cs typeface="Verdana"/>
                <a:sym typeface="Verdana"/>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89" name="Google Shape;89;p29"/>
          <p:cNvCxnSpPr/>
          <p:nvPr/>
        </p:nvCxnSpPr>
        <p:spPr>
          <a:xfrm>
            <a:off x="3188525" y="2082871"/>
            <a:ext cx="0" cy="2752106"/>
          </a:xfrm>
          <a:prstGeom prst="straightConnector1">
            <a:avLst/>
          </a:prstGeom>
          <a:noFill/>
          <a:ln w="12700" cap="flat" cmpd="sng">
            <a:solidFill>
              <a:srgbClr val="004C7E"/>
            </a:solidFill>
            <a:prstDash val="solid"/>
            <a:miter lim="800000"/>
            <a:headEnd type="none" w="sm" len="sm"/>
            <a:tailEnd type="none" w="sm" len="sm"/>
          </a:ln>
        </p:spPr>
      </p:cxnSp>
      <p:cxnSp>
        <p:nvCxnSpPr>
          <p:cNvPr id="90" name="Google Shape;90;p29"/>
          <p:cNvCxnSpPr/>
          <p:nvPr/>
        </p:nvCxnSpPr>
        <p:spPr>
          <a:xfrm>
            <a:off x="5956960" y="2082871"/>
            <a:ext cx="0" cy="2752106"/>
          </a:xfrm>
          <a:prstGeom prst="straightConnector1">
            <a:avLst/>
          </a:prstGeom>
          <a:noFill/>
          <a:ln w="12700" cap="flat" cmpd="sng">
            <a:solidFill>
              <a:srgbClr val="004C7E"/>
            </a:solidFill>
            <a:prstDash val="solid"/>
            <a:miter lim="800000"/>
            <a:headEnd type="none" w="sm" len="sm"/>
            <a:tailEnd type="none" w="sm" len="sm"/>
          </a:ln>
        </p:spPr>
      </p:cxnSp>
      <p:sp>
        <p:nvSpPr>
          <p:cNvPr id="91" name="Google Shape;91;p29"/>
          <p:cNvSpPr txBox="1">
            <a:spLocks noGrp="1"/>
          </p:cNvSpPr>
          <p:nvPr>
            <p:ph type="body" idx="7"/>
          </p:nvPr>
        </p:nvSpPr>
        <p:spPr>
          <a:xfrm>
            <a:off x="246583" y="4934254"/>
            <a:ext cx="7590251" cy="18781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2"/>
              </a:buClr>
              <a:buSzPts val="1100"/>
              <a:buFont typeface="Arial"/>
              <a:buNone/>
              <a:defRPr sz="1100" b="0" i="0" u="none" strike="noStrike" cap="none">
                <a:solidFill>
                  <a:schemeClr val="lt2"/>
                </a:solidFill>
                <a:latin typeface="Verdana"/>
                <a:ea typeface="Verdana"/>
                <a:cs typeface="Verdana"/>
                <a:sym typeface="Verdana"/>
              </a:defRPr>
            </a:lvl1pPr>
            <a:lvl2pPr marL="914400" marR="0" lvl="1"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2pPr>
            <a:lvl3pPr marL="1371600" marR="0" lvl="2"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3pPr>
            <a:lvl4pPr marL="1828800" marR="0" lvl="3"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4pPr>
            <a:lvl5pPr marL="2286000" marR="0" lvl="4" indent="-276225" algn="l" rtl="0">
              <a:lnSpc>
                <a:spcPct val="90000"/>
              </a:lnSpc>
              <a:spcBef>
                <a:spcPts val="500"/>
              </a:spcBef>
              <a:spcAft>
                <a:spcPts val="0"/>
              </a:spcAft>
              <a:buClr>
                <a:schemeClr val="dk1"/>
              </a:buClr>
              <a:buSzPts val="750"/>
              <a:buFont typeface="Arial"/>
              <a:buChar char="•"/>
              <a:defRPr sz="75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92" name="Google Shape;92;p29" descr="HR Excellence in Research"/>
          <p:cNvPicPr preferRelativeResize="0"/>
          <p:nvPr/>
        </p:nvPicPr>
        <p:blipFill rotWithShape="1">
          <a:blip r:embed="rId2">
            <a:alphaModFix/>
          </a:blip>
          <a:srcRect/>
          <a:stretch/>
        </p:blipFill>
        <p:spPr>
          <a:xfrm>
            <a:off x="7904136" y="158533"/>
            <a:ext cx="789743" cy="534204"/>
          </a:xfrm>
          <a:prstGeom prst="rect">
            <a:avLst/>
          </a:prstGeom>
          <a:noFill/>
          <a:ln>
            <a:noFill/>
          </a:ln>
        </p:spPr>
      </p:pic>
      <p:pic>
        <p:nvPicPr>
          <p:cNvPr id="93" name="Google Shape;93;p29" descr="Università degli Studi di Firenze. Da un secolo, oltre."/>
          <p:cNvPicPr preferRelativeResize="0"/>
          <p:nvPr/>
        </p:nvPicPr>
        <p:blipFill rotWithShape="1">
          <a:blip r:embed="rId3">
            <a:alphaModFix/>
          </a:blip>
          <a:srcRect/>
          <a:stretch/>
        </p:blipFill>
        <p:spPr>
          <a:xfrm>
            <a:off x="218007" y="149443"/>
            <a:ext cx="948332" cy="531242"/>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8"/>
        <p:cNvGrpSpPr/>
        <p:nvPr/>
      </p:nvGrpSpPr>
      <p:grpSpPr>
        <a:xfrm>
          <a:off x="0" y="0"/>
          <a:ext cx="0" cy="0"/>
          <a:chOff x="0" y="0"/>
          <a:chExt cx="0" cy="0"/>
        </a:xfrm>
      </p:grpSpPr>
      <p:sp>
        <p:nvSpPr>
          <p:cNvPr id="99" name="Google Shape;99;p3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00" name="Google Shape;100;p3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1" name="Google Shape;101;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sp>
        <p:nvSpPr>
          <p:cNvPr id="103" name="Google Shape;103;p3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04" name="Google Shape;104;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5"/>
        <p:cNvGrpSpPr/>
        <p:nvPr/>
      </p:nvGrpSpPr>
      <p:grpSpPr>
        <a:xfrm>
          <a:off x="0" y="0"/>
          <a:ext cx="0" cy="0"/>
          <a:chOff x="0" y="0"/>
          <a:chExt cx="0" cy="0"/>
        </a:xfrm>
      </p:grpSpPr>
      <p:sp>
        <p:nvSpPr>
          <p:cNvPr id="106" name="Google Shape;106;p3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7" name="Google Shape;107;p3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08" name="Google Shape;108;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9"/>
        <p:cNvGrpSpPr/>
        <p:nvPr/>
      </p:nvGrpSpPr>
      <p:grpSpPr>
        <a:xfrm>
          <a:off x="0" y="0"/>
          <a:ext cx="0" cy="0"/>
          <a:chOff x="0" y="0"/>
          <a:chExt cx="0" cy="0"/>
        </a:xfrm>
      </p:grpSpPr>
      <p:sp>
        <p:nvSpPr>
          <p:cNvPr id="110" name="Google Shape;110;p3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1" name="Google Shape;111;p3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12" name="Google Shape;112;p3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13" name="Google Shape;113;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4"/>
        <p:cNvGrpSpPr/>
        <p:nvPr/>
      </p:nvGrpSpPr>
      <p:grpSpPr>
        <a:xfrm>
          <a:off x="0" y="0"/>
          <a:ext cx="0" cy="0"/>
          <a:chOff x="0" y="0"/>
          <a:chExt cx="0" cy="0"/>
        </a:xfrm>
      </p:grpSpPr>
      <p:sp>
        <p:nvSpPr>
          <p:cNvPr id="115" name="Google Shape;115;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6" name="Google Shape;116;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7"/>
        <p:cNvGrpSpPr/>
        <p:nvPr/>
      </p:nvGrpSpPr>
      <p:grpSpPr>
        <a:xfrm>
          <a:off x="0" y="0"/>
          <a:ext cx="0" cy="0"/>
          <a:chOff x="0" y="0"/>
          <a:chExt cx="0" cy="0"/>
        </a:xfrm>
      </p:grpSpPr>
      <p:sp>
        <p:nvSpPr>
          <p:cNvPr id="118" name="Google Shape;118;p3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19" name="Google Shape;119;p36"/>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20" name="Google Shape;120;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1"/>
        <p:cNvGrpSpPr/>
        <p:nvPr/>
      </p:nvGrpSpPr>
      <p:grpSpPr>
        <a:xfrm>
          <a:off x="0" y="0"/>
          <a:ext cx="0" cy="0"/>
          <a:chOff x="0" y="0"/>
          <a:chExt cx="0" cy="0"/>
        </a:xfrm>
      </p:grpSpPr>
      <p:sp>
        <p:nvSpPr>
          <p:cNvPr id="122" name="Google Shape;122;p3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23" name="Google Shape;123;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4"/>
        <p:cNvGrpSpPr/>
        <p:nvPr/>
      </p:nvGrpSpPr>
      <p:grpSpPr>
        <a:xfrm>
          <a:off x="0" y="0"/>
          <a:ext cx="0" cy="0"/>
          <a:chOff x="0" y="0"/>
          <a:chExt cx="0" cy="0"/>
        </a:xfrm>
      </p:grpSpPr>
      <p:sp>
        <p:nvSpPr>
          <p:cNvPr id="125" name="Google Shape;125;p3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3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27" name="Google Shape;127;p3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28" name="Google Shape;128;p3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9" name="Google Shape;129;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0"/>
        <p:cNvGrpSpPr/>
        <p:nvPr/>
      </p:nvGrpSpPr>
      <p:grpSpPr>
        <a:xfrm>
          <a:off x="0" y="0"/>
          <a:ext cx="0" cy="0"/>
          <a:chOff x="0" y="0"/>
          <a:chExt cx="0" cy="0"/>
        </a:xfrm>
      </p:grpSpPr>
      <p:sp>
        <p:nvSpPr>
          <p:cNvPr id="131" name="Google Shape;131;p3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132" name="Google Shape;132;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33"/>
        <p:cNvGrpSpPr/>
        <p:nvPr/>
      </p:nvGrpSpPr>
      <p:grpSpPr>
        <a:xfrm>
          <a:off x="0" y="0"/>
          <a:ext cx="0" cy="0"/>
          <a:chOff x="0" y="0"/>
          <a:chExt cx="0" cy="0"/>
        </a:xfrm>
      </p:grpSpPr>
      <p:sp>
        <p:nvSpPr>
          <p:cNvPr id="134" name="Google Shape;134;p4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35" name="Google Shape;135;p4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136" name="Google Shape;136;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7"/>
        <p:cNvGrpSpPr/>
        <p:nvPr/>
      </p:nvGrpSpPr>
      <p:grpSpPr>
        <a:xfrm>
          <a:off x="0" y="0"/>
          <a:ext cx="0" cy="0"/>
          <a:chOff x="0" y="0"/>
          <a:chExt cx="0" cy="0"/>
        </a:xfrm>
      </p:grpSpPr>
      <p:sp>
        <p:nvSpPr>
          <p:cNvPr id="138" name="Google Shape;138;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4"/>
        <p:cNvGrpSpPr/>
        <p:nvPr/>
      </p:nvGrpSpPr>
      <p:grpSpPr>
        <a:xfrm>
          <a:off x="0" y="0"/>
          <a:ext cx="0" cy="0"/>
          <a:chOff x="0" y="0"/>
          <a:chExt cx="0" cy="0"/>
        </a:xfrm>
      </p:grpSpPr>
      <p:sp>
        <p:nvSpPr>
          <p:cNvPr id="95" name="Google Shape;95;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96" name="Google Shape;96;p3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97" name="Google Shape;97;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title"/>
          </p:nvPr>
        </p:nvSpPr>
        <p:spPr>
          <a:xfrm>
            <a:off x="1257300" y="1461327"/>
            <a:ext cx="7043700" cy="5481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500"/>
              <a:buFont typeface="Verdana"/>
              <a:buNone/>
            </a:pPr>
            <a:r>
              <a:rPr lang="it"/>
              <a:t>N-gram Histogram Computation</a:t>
            </a:r>
            <a:endParaRPr/>
          </a:p>
        </p:txBody>
      </p:sp>
      <p:sp>
        <p:nvSpPr>
          <p:cNvPr id="145" name="Google Shape;145;p1"/>
          <p:cNvSpPr txBox="1">
            <a:spLocks noGrp="1"/>
          </p:cNvSpPr>
          <p:nvPr>
            <p:ph type="body" idx="2"/>
          </p:nvPr>
        </p:nvSpPr>
        <p:spPr>
          <a:xfrm>
            <a:off x="1257300" y="4079188"/>
            <a:ext cx="5455500" cy="267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4C7E"/>
              </a:buClr>
              <a:buSzPts val="2000"/>
              <a:buNone/>
            </a:pPr>
            <a:r>
              <a:rPr lang="it"/>
              <a:t>Candidato: Mattia Manneschi</a:t>
            </a:r>
            <a:endParaRPr/>
          </a:p>
        </p:txBody>
      </p:sp>
      <p:sp>
        <p:nvSpPr>
          <p:cNvPr id="146" name="Google Shape;146;p1"/>
          <p:cNvSpPr txBox="1">
            <a:spLocks noGrp="1"/>
          </p:cNvSpPr>
          <p:nvPr>
            <p:ph type="title"/>
          </p:nvPr>
        </p:nvSpPr>
        <p:spPr>
          <a:xfrm>
            <a:off x="1257300" y="2571750"/>
            <a:ext cx="5793900" cy="407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500"/>
              <a:buFont typeface="Verdana"/>
              <a:buNone/>
            </a:pPr>
            <a:r>
              <a:rPr lang="it" sz="2000"/>
              <a:t>Parallel text analysis using OpenMP</a:t>
            </a:r>
            <a:endParaRPr sz="2000"/>
          </a:p>
          <a:p>
            <a:pPr marL="0" lvl="0" indent="0" algn="l" rtl="0">
              <a:lnSpc>
                <a:spcPct val="90000"/>
              </a:lnSpc>
              <a:spcBef>
                <a:spcPts val="0"/>
              </a:spcBef>
              <a:spcAft>
                <a:spcPts val="0"/>
              </a:spcAft>
              <a:buClr>
                <a:schemeClr val="lt1"/>
              </a:buClr>
              <a:buSzPts val="3500"/>
              <a:buFont typeface="Verdana"/>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
          <p:cNvSpPr txBox="1">
            <a:spLocks noGrp="1"/>
          </p:cNvSpPr>
          <p:nvPr>
            <p:ph type="title"/>
          </p:nvPr>
        </p:nvSpPr>
        <p:spPr>
          <a:xfrm>
            <a:off x="520051" y="782220"/>
            <a:ext cx="8103900" cy="641025"/>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Introduction - Problem Statement</a:t>
            </a:r>
            <a:endParaRPr/>
          </a:p>
        </p:txBody>
      </p:sp>
      <p:sp>
        <p:nvSpPr>
          <p:cNvPr id="153" name="Google Shape;153;p2"/>
          <p:cNvSpPr txBox="1">
            <a:spLocks noGrp="1"/>
          </p:cNvSpPr>
          <p:nvPr>
            <p:ph type="body" idx="1"/>
          </p:nvPr>
        </p:nvSpPr>
        <p:spPr>
          <a:xfrm>
            <a:off x="246533" y="4907779"/>
            <a:ext cx="7590300" cy="1878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2"/>
              </a:buClr>
              <a:buSzPts val="1100"/>
              <a:buFont typeface="Arial"/>
              <a:buNone/>
            </a:pPr>
            <a:r>
              <a:rPr lang="it"/>
              <a:t>Introduction</a:t>
            </a:r>
            <a:endParaRPr/>
          </a:p>
        </p:txBody>
      </p:sp>
      <p:sp>
        <p:nvSpPr>
          <p:cNvPr id="154" name="Google Shape;154;p2"/>
          <p:cNvSpPr txBox="1"/>
          <p:nvPr/>
        </p:nvSpPr>
        <p:spPr>
          <a:xfrm>
            <a:off x="520050" y="1401897"/>
            <a:ext cx="7438200" cy="3193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it" sz="1100" b="1" i="0" u="none" strike="noStrike" cap="none">
                <a:solidFill>
                  <a:schemeClr val="dk1"/>
                </a:solidFill>
                <a:latin typeface="Arial"/>
                <a:ea typeface="Arial"/>
                <a:cs typeface="Arial"/>
                <a:sym typeface="Arial"/>
              </a:rPr>
              <a:t>The Challenge</a:t>
            </a:r>
            <a:r>
              <a:rPr lang="it" sz="1100" b="0" i="0" u="none" strike="noStrike" cap="none">
                <a:solidFill>
                  <a:schemeClr val="dk1"/>
                </a:solidFill>
                <a:latin typeface="Arial"/>
                <a:ea typeface="Arial"/>
                <a:cs typeface="Arial"/>
                <a:sym typeface="Arial"/>
              </a:rPr>
              <a:t>:</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0" i="0" u="none" strike="noStrike" cap="none">
                <a:solidFill>
                  <a:schemeClr val="dk1"/>
                </a:solidFill>
                <a:latin typeface="Arial"/>
                <a:ea typeface="Arial"/>
                <a:cs typeface="Arial"/>
                <a:sym typeface="Arial"/>
              </a:rPr>
              <a:t>Computing n-gram frequencies is a computationally intensive task when dealing with massive text corpora (Big Data).</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0" i="0" u="none" strike="noStrike" cap="none">
                <a:solidFill>
                  <a:schemeClr val="dk1"/>
                </a:solidFill>
                <a:latin typeface="Arial"/>
                <a:ea typeface="Arial"/>
                <a:cs typeface="Arial"/>
                <a:sym typeface="Arial"/>
              </a:rPr>
              <a:t>The primary bottleneck is the </a:t>
            </a:r>
            <a:r>
              <a:rPr lang="it" sz="1100" b="1" i="0" u="none" strike="noStrike" cap="none">
                <a:solidFill>
                  <a:schemeClr val="dk1"/>
                </a:solidFill>
                <a:latin typeface="Arial"/>
                <a:ea typeface="Arial"/>
                <a:cs typeface="Arial"/>
                <a:sym typeface="Arial"/>
              </a:rPr>
              <a:t>Memory Wall</a:t>
            </a:r>
            <a:r>
              <a:rPr lang="it" sz="1100" b="0" i="0" u="none" strike="noStrike" cap="none">
                <a:solidFill>
                  <a:schemeClr val="dk1"/>
                </a:solidFill>
                <a:latin typeface="Arial"/>
                <a:ea typeface="Arial"/>
                <a:cs typeface="Arial"/>
                <a:sym typeface="Arial"/>
              </a:rPr>
              <a:t>: high frequency of memory accesses (hash map updates) compared to actual computation.</a:t>
            </a:r>
            <a:endParaRPr sz="11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it" sz="1100" b="1" i="0" u="none" strike="noStrike" cap="none">
                <a:solidFill>
                  <a:schemeClr val="dk1"/>
                </a:solidFill>
                <a:latin typeface="Arial"/>
                <a:ea typeface="Arial"/>
                <a:cs typeface="Arial"/>
                <a:sym typeface="Arial"/>
              </a:rPr>
              <a:t>The Problem</a:t>
            </a:r>
            <a:r>
              <a:rPr lang="it" sz="1100" b="0" i="0" u="none" strike="noStrike" cap="none">
                <a:solidFill>
                  <a:schemeClr val="dk1"/>
                </a:solidFill>
                <a:latin typeface="Arial"/>
                <a:ea typeface="Arial"/>
                <a:cs typeface="Arial"/>
                <a:sym typeface="Arial"/>
              </a:rPr>
              <a:t>:</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1" i="0" u="none" strike="noStrike" cap="none">
                <a:solidFill>
                  <a:schemeClr val="dk1"/>
                </a:solidFill>
                <a:latin typeface="Arial"/>
                <a:ea typeface="Arial"/>
                <a:cs typeface="Arial"/>
                <a:sym typeface="Arial"/>
              </a:rPr>
              <a:t>Vocabulary Explosion</a:t>
            </a:r>
            <a:r>
              <a:rPr lang="it" sz="1100" b="0" i="0" u="none" strike="noStrike" cap="none">
                <a:solidFill>
                  <a:schemeClr val="dk1"/>
                </a:solidFill>
                <a:latin typeface="Arial"/>
                <a:ea typeface="Arial"/>
                <a:cs typeface="Arial"/>
                <a:sym typeface="Arial"/>
              </a:rPr>
              <a:t>: As n increases (from bigrams to trigrams), the number of unique sequences grows exponentially, leading to cache misses and high memory consumption.</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1" i="0" u="none" strike="noStrike" cap="none">
                <a:solidFill>
                  <a:schemeClr val="dk1"/>
                </a:solidFill>
                <a:latin typeface="Arial"/>
                <a:ea typeface="Arial"/>
                <a:cs typeface="Arial"/>
                <a:sym typeface="Arial"/>
              </a:rPr>
              <a:t>Synchronization Overhead</a:t>
            </a:r>
            <a:r>
              <a:rPr lang="it" sz="1100" b="0" i="0" u="none" strike="noStrike" cap="none">
                <a:solidFill>
                  <a:schemeClr val="dk1"/>
                </a:solidFill>
                <a:latin typeface="Arial"/>
                <a:ea typeface="Arial"/>
                <a:cs typeface="Arial"/>
                <a:sym typeface="Arial"/>
              </a:rPr>
              <a:t>: Multiple threads trying to update the same global counter create "contention," slowing down the system.</a:t>
            </a:r>
            <a:endParaRPr sz="11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it" sz="1100" b="1" i="0" u="none" strike="noStrike" cap="none">
                <a:solidFill>
                  <a:schemeClr val="dk1"/>
                </a:solidFill>
                <a:latin typeface="Arial"/>
                <a:ea typeface="Arial"/>
                <a:cs typeface="Arial"/>
                <a:sym typeface="Arial"/>
              </a:rPr>
              <a:t>Project Goals</a:t>
            </a:r>
            <a:r>
              <a:rPr lang="it" sz="1100" b="0" i="0" u="none" strike="noStrike" cap="none">
                <a:solidFill>
                  <a:schemeClr val="dk1"/>
                </a:solidFill>
                <a:latin typeface="Arial"/>
                <a:ea typeface="Arial"/>
                <a:cs typeface="Arial"/>
                <a:sym typeface="Arial"/>
              </a:rPr>
              <a:t>:</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0" i="0" u="none" strike="noStrike" cap="none">
                <a:solidFill>
                  <a:schemeClr val="dk1"/>
                </a:solidFill>
                <a:latin typeface="Arial"/>
                <a:ea typeface="Arial"/>
                <a:cs typeface="Arial"/>
                <a:sym typeface="Arial"/>
              </a:rPr>
              <a:t>Design and implement different parallelization patterns (</a:t>
            </a:r>
            <a:r>
              <a:rPr lang="it" sz="1100" b="1" i="0" u="none" strike="noStrike" cap="none">
                <a:solidFill>
                  <a:schemeClr val="dk1"/>
                </a:solidFill>
                <a:latin typeface="Arial"/>
                <a:ea typeface="Arial"/>
                <a:cs typeface="Arial"/>
                <a:sym typeface="Arial"/>
              </a:rPr>
              <a:t>OpenMP</a:t>
            </a:r>
            <a:r>
              <a:rPr lang="it" sz="1100" b="0" i="0" u="none" strike="noStrike" cap="none">
                <a:solidFill>
                  <a:schemeClr val="dk1"/>
                </a:solidFill>
                <a:latin typeface="Arial"/>
                <a:ea typeface="Arial"/>
                <a:cs typeface="Arial"/>
                <a:sym typeface="Arial"/>
              </a:rPr>
              <a:t>).</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0" i="0" u="none" strike="noStrike" cap="none">
                <a:solidFill>
                  <a:schemeClr val="dk1"/>
                </a:solidFill>
                <a:latin typeface="Arial"/>
                <a:ea typeface="Arial"/>
                <a:cs typeface="Arial"/>
                <a:sym typeface="Arial"/>
              </a:rPr>
              <a:t>Analyze how performance scales with the number of threads and the size of the workload.</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0" i="0" u="none" strike="noStrike" cap="none">
                <a:solidFill>
                  <a:schemeClr val="dk1"/>
                </a:solidFill>
                <a:latin typeface="Arial"/>
                <a:ea typeface="Arial"/>
                <a:cs typeface="Arial"/>
                <a:sym typeface="Arial"/>
              </a:rPr>
              <a:t>Identify the best strategy based on the n value and the data distribution.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
          <p:cNvSpPr txBox="1">
            <a:spLocks noGrp="1"/>
          </p:cNvSpPr>
          <p:nvPr>
            <p:ph type="body" idx="1"/>
          </p:nvPr>
        </p:nvSpPr>
        <p:spPr>
          <a:xfrm>
            <a:off x="233333" y="4927629"/>
            <a:ext cx="7590300" cy="187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2"/>
              </a:buClr>
              <a:buSzPts val="1100"/>
              <a:buNone/>
            </a:pPr>
            <a:r>
              <a:rPr lang="it"/>
              <a:t>Theoretical background</a:t>
            </a:r>
            <a:endParaRPr/>
          </a:p>
        </p:txBody>
      </p:sp>
      <p:sp>
        <p:nvSpPr>
          <p:cNvPr id="160" name="Google Shape;160;p3"/>
          <p:cNvSpPr txBox="1">
            <a:spLocks noGrp="1"/>
          </p:cNvSpPr>
          <p:nvPr>
            <p:ph type="title"/>
          </p:nvPr>
        </p:nvSpPr>
        <p:spPr>
          <a:xfrm>
            <a:off x="520051" y="782220"/>
            <a:ext cx="8103900" cy="641025"/>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Theoretical Background</a:t>
            </a:r>
            <a:endParaRPr/>
          </a:p>
        </p:txBody>
      </p:sp>
      <p:sp>
        <p:nvSpPr>
          <p:cNvPr id="161" name="Google Shape;161;p3"/>
          <p:cNvSpPr txBox="1"/>
          <p:nvPr/>
        </p:nvSpPr>
        <p:spPr>
          <a:xfrm>
            <a:off x="520050" y="1423250"/>
            <a:ext cx="7824600" cy="3306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it" sz="1100" b="1" i="0" u="none" strike="noStrike" cap="none">
                <a:solidFill>
                  <a:schemeClr val="dk1"/>
                </a:solidFill>
                <a:latin typeface="Arial"/>
                <a:ea typeface="Arial"/>
                <a:cs typeface="Arial"/>
                <a:sym typeface="Arial"/>
              </a:rPr>
              <a:t>N-gram Definition</a:t>
            </a:r>
            <a:r>
              <a:rPr lang="it" sz="1100" b="0" i="0" u="none" strike="noStrike" cap="none">
                <a:solidFill>
                  <a:schemeClr val="dk1"/>
                </a:solidFill>
                <a:latin typeface="Arial"/>
                <a:ea typeface="Arial"/>
                <a:cs typeface="Arial"/>
                <a:sym typeface="Arial"/>
              </a:rPr>
              <a:t>:</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0" i="0" u="none" strike="noStrike" cap="none">
                <a:solidFill>
                  <a:schemeClr val="dk1"/>
                </a:solidFill>
                <a:latin typeface="Arial"/>
                <a:ea typeface="Arial"/>
                <a:cs typeface="Arial"/>
                <a:sym typeface="Arial"/>
              </a:rPr>
              <a:t>A contiguous sequence of n items from a given sample of text or speech.</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0" i="0" u="none" strike="noStrike" cap="none">
                <a:solidFill>
                  <a:schemeClr val="dk1"/>
                </a:solidFill>
                <a:latin typeface="Arial"/>
                <a:ea typeface="Arial"/>
                <a:cs typeface="Arial"/>
                <a:sym typeface="Arial"/>
              </a:rPr>
              <a:t>In this project, we focus on </a:t>
            </a:r>
            <a:r>
              <a:rPr lang="it" sz="1100" b="1" i="0" u="none" strike="noStrike" cap="none">
                <a:solidFill>
                  <a:schemeClr val="dk1"/>
                </a:solidFill>
                <a:latin typeface="Arial"/>
                <a:ea typeface="Arial"/>
                <a:cs typeface="Arial"/>
                <a:sym typeface="Arial"/>
              </a:rPr>
              <a:t>Bigrams</a:t>
            </a:r>
            <a:r>
              <a:rPr lang="it" sz="1100" b="0" i="0" u="none" strike="noStrike" cap="none">
                <a:solidFill>
                  <a:schemeClr val="dk1"/>
                </a:solidFill>
                <a:latin typeface="Arial"/>
                <a:ea typeface="Arial"/>
                <a:cs typeface="Arial"/>
                <a:sym typeface="Arial"/>
              </a:rPr>
              <a:t> (n=2) and </a:t>
            </a:r>
            <a:r>
              <a:rPr lang="it" sz="1100" b="1" i="0" u="none" strike="noStrike" cap="none">
                <a:solidFill>
                  <a:schemeClr val="dk1"/>
                </a:solidFill>
                <a:latin typeface="Arial"/>
                <a:ea typeface="Arial"/>
                <a:cs typeface="Arial"/>
                <a:sym typeface="Arial"/>
              </a:rPr>
              <a:t>Trigrams</a:t>
            </a:r>
            <a:r>
              <a:rPr lang="it" sz="1100" b="0" i="0" u="none" strike="noStrike" cap="none">
                <a:solidFill>
                  <a:schemeClr val="dk1"/>
                </a:solidFill>
                <a:latin typeface="Arial"/>
                <a:ea typeface="Arial"/>
                <a:cs typeface="Arial"/>
                <a:sym typeface="Arial"/>
              </a:rPr>
              <a:t> (n=3).</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0" i="0" u="none" strike="noStrike" cap="none">
                <a:solidFill>
                  <a:schemeClr val="dk1"/>
                </a:solidFill>
                <a:latin typeface="Arial"/>
                <a:ea typeface="Arial"/>
                <a:cs typeface="Arial"/>
                <a:sym typeface="Arial"/>
              </a:rPr>
              <a:t>For a text with W words, the number of possible n-grams is W - n + 1.</a:t>
            </a:r>
            <a:endParaRPr sz="11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it" sz="1100" b="1" i="0" u="none" strike="noStrike" cap="none">
                <a:solidFill>
                  <a:schemeClr val="dk1"/>
                </a:solidFill>
                <a:latin typeface="Arial"/>
                <a:ea typeface="Arial"/>
                <a:cs typeface="Arial"/>
                <a:sym typeface="Arial"/>
              </a:rPr>
              <a:t>Zipf's Law</a:t>
            </a:r>
            <a:r>
              <a:rPr lang="it" sz="1100" b="0" i="0" u="none" strike="noStrike" cap="none">
                <a:solidFill>
                  <a:schemeClr val="dk1"/>
                </a:solidFill>
                <a:latin typeface="Arial"/>
                <a:ea typeface="Arial"/>
                <a:cs typeface="Arial"/>
                <a:sym typeface="Arial"/>
              </a:rPr>
              <a:t>:</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0" i="0" u="none" strike="noStrike" cap="none">
                <a:solidFill>
                  <a:schemeClr val="dk1"/>
                </a:solidFill>
                <a:latin typeface="Arial"/>
                <a:ea typeface="Arial"/>
                <a:cs typeface="Arial"/>
                <a:sym typeface="Arial"/>
              </a:rPr>
              <a:t>The frequency of any word (or n-gram) is inversely proportional to its rank in the frequency table:</a:t>
            </a:r>
            <a:endParaRPr sz="11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100"/>
              <a:buFont typeface="Arial"/>
              <a:buNone/>
            </a:pPr>
            <a:endParaRPr sz="1100" b="1" i="0" u="none" strike="noStrike" cap="none">
              <a:solidFill>
                <a:schemeClr val="dk1"/>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1100"/>
              <a:buFont typeface="Arial"/>
              <a:buNone/>
            </a:pPr>
            <a:endParaRPr sz="1100" b="1" i="0" u="none" strike="noStrike" cap="none">
              <a:solidFill>
                <a:schemeClr val="dk1"/>
              </a:solidFill>
              <a:latin typeface="Arial"/>
              <a:ea typeface="Arial"/>
              <a:cs typeface="Arial"/>
              <a:sym typeface="Arial"/>
            </a:endParaRPr>
          </a:p>
          <a:p>
            <a:pPr marL="457200" marR="0" lvl="0" indent="-298450" algn="l" rtl="0">
              <a:lnSpc>
                <a:spcPct val="115000"/>
              </a:lnSpc>
              <a:spcBef>
                <a:spcPts val="1200"/>
              </a:spcBef>
              <a:spcAft>
                <a:spcPts val="0"/>
              </a:spcAft>
              <a:buClr>
                <a:schemeClr val="dk1"/>
              </a:buClr>
              <a:buSzPts val="1100"/>
              <a:buFont typeface="Arial"/>
              <a:buChar char="-"/>
            </a:pPr>
            <a:r>
              <a:rPr lang="it" sz="1100" b="1" i="0" u="none" strike="noStrike" cap="none">
                <a:solidFill>
                  <a:schemeClr val="dk1"/>
                </a:solidFill>
                <a:latin typeface="Arial"/>
                <a:ea typeface="Arial"/>
                <a:cs typeface="Arial"/>
                <a:sym typeface="Arial"/>
              </a:rPr>
              <a:t>Implication</a:t>
            </a:r>
            <a:r>
              <a:rPr lang="it" sz="1100" b="0" i="0" u="none" strike="noStrike" cap="none">
                <a:solidFill>
                  <a:schemeClr val="dk1"/>
                </a:solidFill>
                <a:latin typeface="Arial"/>
                <a:ea typeface="Arial"/>
                <a:cs typeface="Arial"/>
                <a:sym typeface="Arial"/>
              </a:rPr>
              <a:t>: A few n-grams are extremely common (e.g., "of the"), while the vast majority are very rare.</a:t>
            </a:r>
            <a:endParaRPr sz="11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it" sz="1100" b="1" i="0" u="none" strike="noStrike" cap="none">
                <a:solidFill>
                  <a:schemeClr val="dk1"/>
                </a:solidFill>
                <a:latin typeface="Arial"/>
                <a:ea typeface="Arial"/>
                <a:cs typeface="Arial"/>
                <a:sym typeface="Arial"/>
              </a:rPr>
              <a:t>Key Statistical Metrics</a:t>
            </a:r>
            <a:r>
              <a:rPr lang="it" sz="1100" b="0" i="0" u="none" strike="noStrike" cap="none">
                <a:solidFill>
                  <a:schemeClr val="dk1"/>
                </a:solidFill>
                <a:latin typeface="Arial"/>
                <a:ea typeface="Arial"/>
                <a:cs typeface="Arial"/>
                <a:sym typeface="Arial"/>
              </a:rPr>
              <a:t>:</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1" i="0" u="none" strike="noStrike" cap="none">
                <a:solidFill>
                  <a:schemeClr val="dk1"/>
                </a:solidFill>
                <a:latin typeface="Arial"/>
                <a:ea typeface="Arial"/>
                <a:cs typeface="Arial"/>
                <a:sym typeface="Arial"/>
              </a:rPr>
              <a:t>Hapax legomena</a:t>
            </a:r>
            <a:r>
              <a:rPr lang="it" sz="1100" b="0" i="0" u="none" strike="noStrike" cap="none">
                <a:solidFill>
                  <a:schemeClr val="dk1"/>
                </a:solidFill>
                <a:latin typeface="Arial"/>
                <a:ea typeface="Arial"/>
                <a:cs typeface="Arial"/>
                <a:sym typeface="Arial"/>
              </a:rPr>
              <a:t>: N-grams that appear only once in the entire corpus.</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1" i="0" u="none" strike="noStrike" cap="none">
                <a:solidFill>
                  <a:schemeClr val="dk1"/>
                </a:solidFill>
                <a:latin typeface="Arial"/>
                <a:ea typeface="Arial"/>
                <a:cs typeface="Arial"/>
                <a:sym typeface="Arial"/>
              </a:rPr>
              <a:t>Dis legomena</a:t>
            </a:r>
            <a:r>
              <a:rPr lang="it" sz="1100" b="0" i="0" u="none" strike="noStrike" cap="none">
                <a:solidFill>
                  <a:schemeClr val="dk1"/>
                </a:solidFill>
                <a:latin typeface="Arial"/>
                <a:ea typeface="Arial"/>
                <a:cs typeface="Arial"/>
                <a:sym typeface="Arial"/>
              </a:rPr>
              <a:t>: N-grams that appear exactly twice.</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0" i="0" u="none" strike="noStrike" cap="none">
                <a:solidFill>
                  <a:schemeClr val="dk1"/>
                </a:solidFill>
                <a:latin typeface="Arial"/>
                <a:ea typeface="Arial"/>
                <a:cs typeface="Arial"/>
                <a:sym typeface="Arial"/>
              </a:rPr>
              <a:t>These metrics help characterize the sparsity and complexity of the vocabulary.</a:t>
            </a:r>
            <a:endParaRPr sz="1400" b="0" i="0" u="none" strike="noStrike" cap="none">
              <a:solidFill>
                <a:srgbClr val="000000"/>
              </a:solidFill>
              <a:latin typeface="Arial"/>
              <a:ea typeface="Arial"/>
              <a:cs typeface="Arial"/>
              <a:sym typeface="Arial"/>
            </a:endParaRPr>
          </a:p>
        </p:txBody>
      </p:sp>
      <p:pic>
        <p:nvPicPr>
          <p:cNvPr id="162" name="Google Shape;162;p3" title="CodeCogsEqn.png"/>
          <p:cNvPicPr preferRelativeResize="0"/>
          <p:nvPr/>
        </p:nvPicPr>
        <p:blipFill rotWithShape="1">
          <a:blip r:embed="rId3">
            <a:alphaModFix/>
          </a:blip>
          <a:srcRect/>
          <a:stretch/>
        </p:blipFill>
        <p:spPr>
          <a:xfrm>
            <a:off x="3495875" y="2936725"/>
            <a:ext cx="1872955" cy="4774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4"/>
          <p:cNvSpPr txBox="1">
            <a:spLocks noGrp="1"/>
          </p:cNvSpPr>
          <p:nvPr>
            <p:ph type="body" idx="1"/>
          </p:nvPr>
        </p:nvSpPr>
        <p:spPr>
          <a:xfrm>
            <a:off x="233333" y="4927629"/>
            <a:ext cx="7590300" cy="187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2"/>
              </a:buClr>
              <a:buSzPts val="1100"/>
              <a:buNone/>
            </a:pPr>
            <a:r>
              <a:rPr lang="it"/>
              <a:t>Architecture</a:t>
            </a:r>
            <a:endParaRPr/>
          </a:p>
        </p:txBody>
      </p:sp>
      <p:sp>
        <p:nvSpPr>
          <p:cNvPr id="168" name="Google Shape;168;p4"/>
          <p:cNvSpPr txBox="1">
            <a:spLocks noGrp="1"/>
          </p:cNvSpPr>
          <p:nvPr>
            <p:ph type="title"/>
          </p:nvPr>
        </p:nvSpPr>
        <p:spPr>
          <a:xfrm>
            <a:off x="520051" y="782220"/>
            <a:ext cx="8103900" cy="641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Architecture</a:t>
            </a:r>
            <a:endParaRPr/>
          </a:p>
        </p:txBody>
      </p:sp>
      <p:sp>
        <p:nvSpPr>
          <p:cNvPr id="169" name="Google Shape;169;p4"/>
          <p:cNvSpPr txBox="1"/>
          <p:nvPr/>
        </p:nvSpPr>
        <p:spPr>
          <a:xfrm>
            <a:off x="520050" y="1423250"/>
            <a:ext cx="7824600" cy="3111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it" sz="1100" b="1" i="0" u="none" strike="noStrike" cap="none">
                <a:solidFill>
                  <a:schemeClr val="dk1"/>
                </a:solidFill>
                <a:latin typeface="Arial"/>
                <a:ea typeface="Arial"/>
                <a:cs typeface="Arial"/>
                <a:sym typeface="Arial"/>
              </a:rPr>
              <a:t>Hardware Specifications</a:t>
            </a:r>
            <a:r>
              <a:rPr lang="it" sz="1100" b="0" i="0" u="none" strike="noStrike" cap="none">
                <a:solidFill>
                  <a:schemeClr val="dk1"/>
                </a:solidFill>
                <a:latin typeface="Arial"/>
                <a:ea typeface="Arial"/>
                <a:cs typeface="Arial"/>
                <a:sym typeface="Arial"/>
              </a:rPr>
              <a:t>:</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1200"/>
              </a:spcBef>
              <a:spcAft>
                <a:spcPts val="0"/>
              </a:spcAft>
              <a:buClr>
                <a:schemeClr val="dk1"/>
              </a:buClr>
              <a:buSzPts val="1100"/>
              <a:buFont typeface="Arial"/>
              <a:buChar char="-"/>
            </a:pPr>
            <a:r>
              <a:rPr lang="it" sz="1100" b="1" i="0" u="none" strike="noStrike" cap="none">
                <a:solidFill>
                  <a:schemeClr val="dk1"/>
                </a:solidFill>
                <a:latin typeface="Arial"/>
                <a:ea typeface="Arial"/>
                <a:cs typeface="Arial"/>
                <a:sym typeface="Arial"/>
              </a:rPr>
              <a:t>Processor</a:t>
            </a:r>
            <a:r>
              <a:rPr lang="it" sz="1100" b="0" i="0" u="none" strike="noStrike" cap="none">
                <a:solidFill>
                  <a:schemeClr val="dk1"/>
                </a:solidFill>
                <a:latin typeface="Arial"/>
                <a:ea typeface="Arial"/>
                <a:cs typeface="Arial"/>
                <a:sym typeface="Arial"/>
              </a:rPr>
              <a:t>: </a:t>
            </a:r>
            <a:r>
              <a:rPr lang="it" sz="1100" b="1" i="0" u="none" strike="noStrike" cap="none">
                <a:solidFill>
                  <a:schemeClr val="dk1"/>
                </a:solidFill>
                <a:latin typeface="Arial"/>
                <a:ea typeface="Arial"/>
                <a:cs typeface="Arial"/>
                <a:sym typeface="Arial"/>
              </a:rPr>
              <a:t>AMD Ryzen™ 7 2700X</a:t>
            </a:r>
            <a:r>
              <a:rPr lang="it" sz="1100" b="0" i="0" u="none" strike="noStrike" cap="none">
                <a:solidFill>
                  <a:schemeClr val="dk1"/>
                </a:solidFill>
                <a:latin typeface="Arial"/>
                <a:ea typeface="Arial"/>
                <a:cs typeface="Arial"/>
                <a:sym typeface="Arial"/>
              </a:rPr>
              <a:t> (Zen+ Architecture).</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1" i="0" u="none" strike="noStrike" cap="none">
                <a:solidFill>
                  <a:schemeClr val="dk1"/>
                </a:solidFill>
                <a:latin typeface="Arial"/>
                <a:ea typeface="Arial"/>
                <a:cs typeface="Arial"/>
                <a:sym typeface="Arial"/>
              </a:rPr>
              <a:t>Cores/Threads</a:t>
            </a:r>
            <a:r>
              <a:rPr lang="it" sz="1100" b="0" i="0" u="none" strike="noStrike" cap="none">
                <a:solidFill>
                  <a:schemeClr val="dk1"/>
                </a:solidFill>
                <a:latin typeface="Arial"/>
                <a:ea typeface="Arial"/>
                <a:cs typeface="Arial"/>
                <a:sym typeface="Arial"/>
              </a:rPr>
              <a:t>: </a:t>
            </a:r>
            <a:r>
              <a:rPr lang="it" sz="1100" b="1" i="0" u="none" strike="noStrike" cap="none">
                <a:solidFill>
                  <a:schemeClr val="dk1"/>
                </a:solidFill>
                <a:latin typeface="Arial"/>
                <a:ea typeface="Arial"/>
                <a:cs typeface="Arial"/>
                <a:sym typeface="Arial"/>
              </a:rPr>
              <a:t>8 Physical Cores, 16 Logical Threads</a:t>
            </a:r>
            <a:r>
              <a:rPr lang="it" sz="1100" b="0" i="0" u="none" strike="noStrike" cap="none">
                <a:solidFill>
                  <a:schemeClr val="dk1"/>
                </a:solidFill>
                <a:latin typeface="Arial"/>
                <a:ea typeface="Arial"/>
                <a:cs typeface="Arial"/>
                <a:sym typeface="Arial"/>
              </a:rPr>
              <a:t> (Simultaneous Multithreading - SMT).</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1" i="0" u="none" strike="noStrike" cap="none">
                <a:solidFill>
                  <a:schemeClr val="dk1"/>
                </a:solidFill>
                <a:latin typeface="Arial"/>
                <a:ea typeface="Arial"/>
                <a:cs typeface="Arial"/>
                <a:sym typeface="Arial"/>
              </a:rPr>
              <a:t>Clock Speed</a:t>
            </a:r>
            <a:r>
              <a:rPr lang="it" sz="1100" b="0" i="0" u="none" strike="noStrike" cap="none">
                <a:solidFill>
                  <a:schemeClr val="dk1"/>
                </a:solidFill>
                <a:latin typeface="Arial"/>
                <a:ea typeface="Arial"/>
                <a:cs typeface="Arial"/>
                <a:sym typeface="Arial"/>
              </a:rPr>
              <a:t>: Base 3.70 GHz, Max Boost up to 4.30 GHz.</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1" i="0" u="none" strike="noStrike" cap="none">
                <a:solidFill>
                  <a:schemeClr val="dk1"/>
                </a:solidFill>
                <a:latin typeface="Arial"/>
                <a:ea typeface="Arial"/>
                <a:cs typeface="Arial"/>
                <a:sym typeface="Arial"/>
              </a:rPr>
              <a:t>RAM</a:t>
            </a:r>
            <a:r>
              <a:rPr lang="it" sz="1100" b="0" i="0" u="none" strike="noStrike" cap="none">
                <a:solidFill>
                  <a:schemeClr val="dk1"/>
                </a:solidFill>
                <a:latin typeface="Arial"/>
                <a:ea typeface="Arial"/>
                <a:cs typeface="Arial"/>
                <a:sym typeface="Arial"/>
              </a:rPr>
              <a:t>: 32 GB DDR4.</a:t>
            </a:r>
            <a:endParaRPr sz="11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100"/>
              <a:buFont typeface="Arial"/>
              <a:buNone/>
            </a:pPr>
            <a:r>
              <a:rPr lang="it" sz="1100" b="1" i="0" u="none" strike="noStrike" cap="none">
                <a:solidFill>
                  <a:schemeClr val="dk1"/>
                </a:solidFill>
                <a:latin typeface="Arial"/>
                <a:ea typeface="Arial"/>
                <a:cs typeface="Arial"/>
                <a:sym typeface="Arial"/>
              </a:rPr>
              <a:t>Memory &amp; Cache Hierarchy</a:t>
            </a:r>
            <a:r>
              <a:rPr lang="it" sz="1100" b="0" i="0" u="none" strike="noStrike" cap="none">
                <a:solidFill>
                  <a:schemeClr val="dk1"/>
                </a:solidFill>
                <a:latin typeface="Arial"/>
                <a:ea typeface="Arial"/>
                <a:cs typeface="Arial"/>
                <a:sym typeface="Arial"/>
              </a:rPr>
              <a:t>:</a:t>
            </a:r>
            <a:endParaRPr sz="11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100"/>
              <a:buFont typeface="Arial"/>
              <a:buNone/>
            </a:pP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1" i="0" u="none" strike="noStrike" cap="none">
                <a:solidFill>
                  <a:schemeClr val="dk1"/>
                </a:solidFill>
                <a:latin typeface="Arial"/>
                <a:ea typeface="Arial"/>
                <a:cs typeface="Arial"/>
                <a:sym typeface="Arial"/>
              </a:rPr>
              <a:t>L1 Cache</a:t>
            </a:r>
            <a:r>
              <a:rPr lang="it" sz="1100" b="0" i="0" u="none" strike="noStrike" cap="none">
                <a:solidFill>
                  <a:schemeClr val="dk1"/>
                </a:solidFill>
                <a:latin typeface="Arial"/>
                <a:ea typeface="Arial"/>
                <a:cs typeface="Arial"/>
                <a:sym typeface="Arial"/>
              </a:rPr>
              <a:t>: 768 KB.</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1" i="0" u="none" strike="noStrike" cap="none">
                <a:solidFill>
                  <a:schemeClr val="dk1"/>
                </a:solidFill>
                <a:latin typeface="Arial"/>
                <a:ea typeface="Arial"/>
                <a:cs typeface="Arial"/>
                <a:sym typeface="Arial"/>
              </a:rPr>
              <a:t>L2 Cache</a:t>
            </a:r>
            <a:r>
              <a:rPr lang="it" sz="1100" b="0" i="0" u="none" strike="noStrike" cap="none">
                <a:solidFill>
                  <a:schemeClr val="dk1"/>
                </a:solidFill>
                <a:latin typeface="Arial"/>
                <a:ea typeface="Arial"/>
                <a:cs typeface="Arial"/>
                <a:sym typeface="Arial"/>
              </a:rPr>
              <a:t>: 4 MB.</a:t>
            </a:r>
            <a:endParaRPr sz="11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it" sz="1100" b="1" i="0" u="none" strike="noStrike" cap="none">
                <a:solidFill>
                  <a:schemeClr val="dk1"/>
                </a:solidFill>
                <a:latin typeface="Arial"/>
                <a:ea typeface="Arial"/>
                <a:cs typeface="Arial"/>
                <a:sym typeface="Arial"/>
              </a:rPr>
              <a:t>L3 Cache (Shared)</a:t>
            </a:r>
            <a:r>
              <a:rPr lang="it" sz="1100" b="0" i="0" u="none" strike="noStrike" cap="none">
                <a:solidFill>
                  <a:schemeClr val="dk1"/>
                </a:solidFill>
                <a:latin typeface="Arial"/>
                <a:ea typeface="Arial"/>
                <a:cs typeface="Arial"/>
                <a:sym typeface="Arial"/>
              </a:rPr>
              <a:t>: </a:t>
            </a:r>
            <a:r>
              <a:rPr lang="it" sz="1100" b="1" i="0" u="none" strike="noStrike" cap="none">
                <a:solidFill>
                  <a:schemeClr val="dk1"/>
                </a:solidFill>
                <a:latin typeface="Arial"/>
                <a:ea typeface="Arial"/>
                <a:cs typeface="Arial"/>
                <a:sym typeface="Arial"/>
              </a:rPr>
              <a:t>16 MB</a:t>
            </a:r>
            <a:r>
              <a:rPr lang="it" sz="1100" b="0" i="0" u="none" strike="noStrike" cap="none">
                <a:solidFill>
                  <a:schemeClr val="dk1"/>
                </a:solidFill>
                <a:latin typeface="Arial"/>
                <a:ea typeface="Arial"/>
                <a:cs typeface="Arial"/>
                <a:sym typeface="Arial"/>
              </a:rPr>
              <a:t> (Divided into two 8MB CCX clusters).</a:t>
            </a:r>
            <a:endParaRPr sz="11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100"/>
              <a:buFont typeface="Arial"/>
              <a:buNone/>
            </a:pPr>
            <a:endParaRPr sz="1100" b="1" i="0" u="none" strike="noStrike" cap="none">
              <a:solidFill>
                <a:schemeClr val="dk1"/>
              </a:solidFill>
              <a:latin typeface="Arial"/>
              <a:ea typeface="Arial"/>
              <a:cs typeface="Arial"/>
              <a:sym typeface="Arial"/>
            </a:endParaRPr>
          </a:p>
          <a:p>
            <a:pPr marL="457200" marR="0" lvl="0" indent="-298450" algn="l" rtl="0">
              <a:lnSpc>
                <a:spcPct val="115000"/>
              </a:lnSpc>
              <a:spcBef>
                <a:spcPts val="1200"/>
              </a:spcBef>
              <a:spcAft>
                <a:spcPts val="0"/>
              </a:spcAft>
              <a:buClr>
                <a:schemeClr val="dk1"/>
              </a:buClr>
              <a:buSzPts val="1100"/>
              <a:buFont typeface="Arial"/>
              <a:buChar char="-"/>
            </a:pPr>
            <a:r>
              <a:rPr lang="it" sz="1100" b="1" i="0" u="none" strike="noStrike" cap="none">
                <a:solidFill>
                  <a:schemeClr val="dk1"/>
                </a:solidFill>
                <a:latin typeface="Arial"/>
                <a:ea typeface="Arial"/>
                <a:cs typeface="Arial"/>
                <a:sym typeface="Arial"/>
              </a:rPr>
              <a:t>OS</a:t>
            </a:r>
            <a:r>
              <a:rPr lang="it" sz="1100" b="0" i="0" u="none" strike="noStrike" cap="none">
                <a:solidFill>
                  <a:schemeClr val="dk1"/>
                </a:solidFill>
                <a:latin typeface="Arial"/>
                <a:ea typeface="Arial"/>
                <a:cs typeface="Arial"/>
                <a:sym typeface="Arial"/>
              </a:rPr>
              <a:t>: Ubuntu 24.04 LTS.</a:t>
            </a:r>
            <a:endParaRPr sz="1100" b="1" i="0" u="none" strike="noStrike" cap="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5"/>
          <p:cNvSpPr txBox="1">
            <a:spLocks noGrp="1"/>
          </p:cNvSpPr>
          <p:nvPr>
            <p:ph type="body" idx="1"/>
          </p:nvPr>
        </p:nvSpPr>
        <p:spPr>
          <a:xfrm>
            <a:off x="233333" y="4927629"/>
            <a:ext cx="7590300" cy="187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2"/>
              </a:buClr>
              <a:buSzPts val="1100"/>
              <a:buNone/>
            </a:pPr>
            <a:r>
              <a:rPr lang="it"/>
              <a:t>Implementation</a:t>
            </a:r>
            <a:endParaRPr/>
          </a:p>
        </p:txBody>
      </p:sp>
      <p:sp>
        <p:nvSpPr>
          <p:cNvPr id="175" name="Google Shape;175;p5"/>
          <p:cNvSpPr txBox="1">
            <a:spLocks noGrp="1"/>
          </p:cNvSpPr>
          <p:nvPr>
            <p:ph type="title"/>
          </p:nvPr>
        </p:nvSpPr>
        <p:spPr>
          <a:xfrm>
            <a:off x="520051" y="782220"/>
            <a:ext cx="8103900" cy="641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Implementation - Sequential</a:t>
            </a:r>
            <a:endParaRPr/>
          </a:p>
        </p:txBody>
      </p:sp>
      <p:sp>
        <p:nvSpPr>
          <p:cNvPr id="176" name="Google Shape;176;p5"/>
          <p:cNvSpPr txBox="1"/>
          <p:nvPr/>
        </p:nvSpPr>
        <p:spPr>
          <a:xfrm>
            <a:off x="520050" y="1423250"/>
            <a:ext cx="7824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1200"/>
              <a:buFont typeface="Arial"/>
              <a:buNone/>
            </a:pPr>
            <a:r>
              <a:rPr lang="it" sz="1200" b="0" i="0" u="none" strike="noStrike" cap="none">
                <a:solidFill>
                  <a:schemeClr val="dk1"/>
                </a:solidFill>
                <a:latin typeface="Times New Roman"/>
                <a:ea typeface="Times New Roman"/>
                <a:cs typeface="Times New Roman"/>
                <a:sym typeface="Times New Roman"/>
              </a:rPr>
              <a:t>The sequential implementation processes the entire corpus in a single thread. For each position in the word array, it constructs the n-gram string and updates a hash map counter. This version serves as the baseline for speedup calculations.</a:t>
            </a:r>
            <a:endParaRPr sz="1300" b="1" i="0" u="none" strike="noStrike" cap="none">
              <a:solidFill>
                <a:schemeClr val="dk1"/>
              </a:solidFill>
              <a:latin typeface="Arial"/>
              <a:ea typeface="Arial"/>
              <a:cs typeface="Arial"/>
              <a:sym typeface="Arial"/>
            </a:endParaRPr>
          </a:p>
        </p:txBody>
      </p:sp>
      <p:sp>
        <p:nvSpPr>
          <p:cNvPr id="177" name="Google Shape;177;p5"/>
          <p:cNvSpPr txBox="1"/>
          <p:nvPr/>
        </p:nvSpPr>
        <p:spPr>
          <a:xfrm>
            <a:off x="866625" y="1977350"/>
            <a:ext cx="6692700" cy="2401200"/>
          </a:xfrm>
          <a:prstGeom prst="rect">
            <a:avLst/>
          </a:prstGeom>
          <a:noFill/>
          <a:ln>
            <a:noFill/>
          </a:ln>
        </p:spPr>
        <p:txBody>
          <a:bodyPr spcFirstLastPara="1" wrap="square" lIns="91425" tIns="91425" rIns="91425" bIns="91425" anchor="t" anchorCtr="0">
            <a:spAutoFit/>
          </a:bodyPr>
          <a:lstStyle/>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Histogram count_seq(const std::vector&lt;std::string&gt;&amp; words, const int n_gram_size)</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Histogram hist;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if (words.size() &lt; static_cast&lt;size_t&gt;(n_gram_size)) return hist;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for (size_t i = 0; i &lt;= words.size() - n_gram_size; ++i)</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std::string n_gram = words[i];</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for (int j = 1; j &lt; n_gram_size; ++j)</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n_gram += " " + words[i + j];</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hist[n_gram]++;</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return hist;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chemeClr val="dk1"/>
              </a:buClr>
              <a:buSzPts val="1100"/>
              <a:buFont typeface="Arial"/>
              <a:buNone/>
            </a:pPr>
            <a:r>
              <a:rPr lang="it" sz="900" b="0" i="0" u="none" strike="noStrike" cap="none">
                <a:solidFill>
                  <a:schemeClr val="dk1"/>
                </a:solidFill>
                <a:latin typeface="Times New Roman"/>
                <a:ea typeface="Times New Roman"/>
                <a:cs typeface="Times New Roman"/>
                <a:sym typeface="Times New Roman"/>
              </a:rPr>
              <a:t>}</a:t>
            </a:r>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6"/>
          <p:cNvSpPr txBox="1">
            <a:spLocks noGrp="1"/>
          </p:cNvSpPr>
          <p:nvPr>
            <p:ph type="body" idx="1"/>
          </p:nvPr>
        </p:nvSpPr>
        <p:spPr>
          <a:xfrm>
            <a:off x="233333" y="4927629"/>
            <a:ext cx="7590300" cy="187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2"/>
              </a:buClr>
              <a:buSzPts val="1100"/>
              <a:buNone/>
            </a:pPr>
            <a:r>
              <a:rPr lang="it"/>
              <a:t>Implementation</a:t>
            </a:r>
            <a:endParaRPr/>
          </a:p>
        </p:txBody>
      </p:sp>
      <p:sp>
        <p:nvSpPr>
          <p:cNvPr id="183" name="Google Shape;183;p6"/>
          <p:cNvSpPr txBox="1">
            <a:spLocks noGrp="1"/>
          </p:cNvSpPr>
          <p:nvPr>
            <p:ph type="title"/>
          </p:nvPr>
        </p:nvSpPr>
        <p:spPr>
          <a:xfrm>
            <a:off x="520051" y="782220"/>
            <a:ext cx="8103900" cy="641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Implementation - Thread Scaling - SR TLS</a:t>
            </a:r>
            <a:endParaRPr/>
          </a:p>
        </p:txBody>
      </p:sp>
      <p:sp>
        <p:nvSpPr>
          <p:cNvPr id="184" name="Google Shape;184;p6"/>
          <p:cNvSpPr txBox="1"/>
          <p:nvPr/>
        </p:nvSpPr>
        <p:spPr>
          <a:xfrm>
            <a:off x="520050" y="1423250"/>
            <a:ext cx="78246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chemeClr val="dk1"/>
              </a:buClr>
              <a:buSzPts val="1100"/>
              <a:buFont typeface="Arial"/>
              <a:buNone/>
            </a:pPr>
            <a:r>
              <a:rPr lang="it" sz="1100" b="0" i="0" u="none" strike="noStrike" cap="none">
                <a:solidFill>
                  <a:schemeClr val="dk1"/>
                </a:solidFill>
                <a:latin typeface="Arial"/>
                <a:ea typeface="Arial"/>
                <a:cs typeface="Arial"/>
                <a:sym typeface="Arial"/>
              </a:rPr>
              <a:t>A single thread reads all documents using #pragma omp single while other threads wait, then all threads process the loaded texts in parallel with thread-local histograms.</a:t>
            </a:r>
            <a:endParaRPr sz="1300" b="1" i="0" u="none" strike="noStrike" cap="none">
              <a:solidFill>
                <a:schemeClr val="dk1"/>
              </a:solidFill>
              <a:latin typeface="Arial"/>
              <a:ea typeface="Arial"/>
              <a:cs typeface="Arial"/>
              <a:sym typeface="Arial"/>
            </a:endParaRPr>
          </a:p>
        </p:txBody>
      </p:sp>
      <p:sp>
        <p:nvSpPr>
          <p:cNvPr id="185" name="Google Shape;185;p6"/>
          <p:cNvSpPr txBox="1"/>
          <p:nvPr/>
        </p:nvSpPr>
        <p:spPr>
          <a:xfrm>
            <a:off x="866625" y="1977350"/>
            <a:ext cx="6323700" cy="2262600"/>
          </a:xfrm>
          <a:prstGeom prst="rect">
            <a:avLst/>
          </a:prstGeom>
          <a:noFill/>
          <a:ln>
            <a:noFill/>
          </a:ln>
        </p:spPr>
        <p:txBody>
          <a:bodyPr spcFirstLastPara="1" wrap="square" lIns="91425" tIns="91425" rIns="91425" bIns="91425" anchor="t" anchorCtr="0">
            <a:spAutoFit/>
          </a:bodyPr>
          <a:lstStyle/>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#pragma omp parallel</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Histogram thread_hist;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#pragma omp single  // Un solo thread legge</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for (auto&amp; doc : directory_iterator("data/Texts"))</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texts.push_back(read_file(doc));</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#pragma omp for schedule(dynamic,1)  // Tutti processano</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for (auto&amp; text : texts)</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UpdateHistogram(thread_hist, text, n);</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#pragma omp critical</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merge(hist, thread_hist);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chemeClr val="dk1"/>
              </a:buClr>
              <a:buSzPts val="1100"/>
              <a:buFont typeface="Arial"/>
              <a:buNone/>
            </a:pPr>
            <a:r>
              <a:rPr lang="it" sz="900" b="0" i="0" u="none" strike="noStrike" cap="none">
                <a:solidFill>
                  <a:schemeClr val="dk1"/>
                </a:solidFill>
                <a:latin typeface="Times New Roman"/>
                <a:ea typeface="Times New Roman"/>
                <a:cs typeface="Times New Roman"/>
                <a:sym typeface="Times New Roman"/>
              </a:rPr>
              <a:t>}</a:t>
            </a:r>
            <a:endParaRPr sz="9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7"/>
          <p:cNvSpPr txBox="1">
            <a:spLocks noGrp="1"/>
          </p:cNvSpPr>
          <p:nvPr>
            <p:ph type="body" idx="1"/>
          </p:nvPr>
        </p:nvSpPr>
        <p:spPr>
          <a:xfrm>
            <a:off x="233333" y="4927629"/>
            <a:ext cx="7590300" cy="187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2"/>
              </a:buClr>
              <a:buSzPts val="1100"/>
              <a:buNone/>
            </a:pPr>
            <a:r>
              <a:rPr lang="it"/>
              <a:t>Implementation</a:t>
            </a:r>
            <a:endParaRPr/>
          </a:p>
        </p:txBody>
      </p:sp>
      <p:sp>
        <p:nvSpPr>
          <p:cNvPr id="191" name="Google Shape;191;p7"/>
          <p:cNvSpPr txBox="1">
            <a:spLocks noGrp="1"/>
          </p:cNvSpPr>
          <p:nvPr>
            <p:ph type="title"/>
          </p:nvPr>
        </p:nvSpPr>
        <p:spPr>
          <a:xfrm>
            <a:off x="520051" y="782220"/>
            <a:ext cx="8103900" cy="641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Implementation - Thread Scaling - On the Fly</a:t>
            </a:r>
            <a:endParaRPr/>
          </a:p>
        </p:txBody>
      </p:sp>
      <p:sp>
        <p:nvSpPr>
          <p:cNvPr id="192" name="Google Shape;192;p7"/>
          <p:cNvSpPr txBox="1"/>
          <p:nvPr/>
        </p:nvSpPr>
        <p:spPr>
          <a:xfrm>
            <a:off x="520050" y="1423250"/>
            <a:ext cx="7824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1200"/>
              <a:buFont typeface="Arial"/>
              <a:buNone/>
            </a:pPr>
            <a:r>
              <a:rPr lang="it" sz="1200" b="0" i="0" u="none" strike="noStrike" cap="none">
                <a:solidFill>
                  <a:schemeClr val="dk1"/>
                </a:solidFill>
                <a:latin typeface="Times New Roman"/>
                <a:ea typeface="Times New Roman"/>
                <a:cs typeface="Times New Roman"/>
                <a:sym typeface="Times New Roman"/>
              </a:rPr>
              <a:t>Each thread reads and processes documents independently as they are assigned. This maximizes parallelism but may cause I/O contention on slow storage systems.</a:t>
            </a:r>
            <a:endParaRPr sz="1200" b="0" i="0" u="none" strike="noStrike" cap="none">
              <a:solidFill>
                <a:schemeClr val="dk1"/>
              </a:solidFill>
              <a:latin typeface="Times New Roman"/>
              <a:ea typeface="Times New Roman"/>
              <a:cs typeface="Times New Roman"/>
              <a:sym typeface="Times New Roman"/>
            </a:endParaRPr>
          </a:p>
        </p:txBody>
      </p:sp>
      <p:sp>
        <p:nvSpPr>
          <p:cNvPr id="193" name="Google Shape;193;p7"/>
          <p:cNvSpPr txBox="1"/>
          <p:nvPr/>
        </p:nvSpPr>
        <p:spPr>
          <a:xfrm>
            <a:off x="698950" y="2046200"/>
            <a:ext cx="5798100" cy="1985700"/>
          </a:xfrm>
          <a:prstGeom prst="rect">
            <a:avLst/>
          </a:prstGeom>
          <a:noFill/>
          <a:ln>
            <a:noFill/>
          </a:ln>
        </p:spPr>
        <p:txBody>
          <a:bodyPr spcFirstLastPara="1" wrap="square" lIns="91425" tIns="91425" rIns="91425" bIns="91425" anchor="t" anchorCtr="0">
            <a:spAutoFit/>
          </a:bodyPr>
          <a:lstStyle/>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#pragma omp parallel</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Histogram thread_hist;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#pragma omp for schedule(dynamic,1)</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for (int i = 0; i &lt; doc_count; i++) {</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string content = read_file("data/Texts/" + to_string(i) + ".txt");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UpdateHistogram(thread_hist, content, n);</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#pragma omp critical</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merge(hist, thread_hist);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a:t>
            </a:r>
            <a:endParaRPr sz="9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8"/>
          <p:cNvSpPr txBox="1">
            <a:spLocks noGrp="1"/>
          </p:cNvSpPr>
          <p:nvPr>
            <p:ph type="body" idx="1"/>
          </p:nvPr>
        </p:nvSpPr>
        <p:spPr>
          <a:xfrm>
            <a:off x="233333" y="4927629"/>
            <a:ext cx="7590300" cy="187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2"/>
              </a:buClr>
              <a:buSzPts val="1100"/>
              <a:buNone/>
            </a:pPr>
            <a:r>
              <a:rPr lang="it"/>
              <a:t>Implementation</a:t>
            </a:r>
            <a:endParaRPr/>
          </a:p>
        </p:txBody>
      </p:sp>
      <p:sp>
        <p:nvSpPr>
          <p:cNvPr id="199" name="Google Shape;199;p8"/>
          <p:cNvSpPr txBox="1">
            <a:spLocks noGrp="1"/>
          </p:cNvSpPr>
          <p:nvPr>
            <p:ph type="title"/>
          </p:nvPr>
        </p:nvSpPr>
        <p:spPr>
          <a:xfrm>
            <a:off x="520051" y="782220"/>
            <a:ext cx="8103900" cy="641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Implementation - Thread Scaling - HP TLS</a:t>
            </a:r>
            <a:endParaRPr/>
          </a:p>
        </p:txBody>
      </p:sp>
      <p:sp>
        <p:nvSpPr>
          <p:cNvPr id="200" name="Google Shape;200;p8"/>
          <p:cNvSpPr txBox="1"/>
          <p:nvPr/>
        </p:nvSpPr>
        <p:spPr>
          <a:xfrm>
            <a:off x="520050" y="1423250"/>
            <a:ext cx="78246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1100"/>
              <a:buFont typeface="Arial"/>
              <a:buNone/>
            </a:pPr>
            <a:r>
              <a:rPr lang="it" sz="1100" b="0" i="0" u="none" strike="noStrike" cap="none">
                <a:solidFill>
                  <a:schemeClr val="dk1"/>
                </a:solidFill>
                <a:latin typeface="Arial"/>
                <a:ea typeface="Arial"/>
                <a:cs typeface="Arial"/>
                <a:sym typeface="Arial"/>
              </a:rPr>
              <a:t>Each thread loads documents into its own local vector, then processes them sequentially. This combines parallel I/O with complete thread isolation for both data and histograms.</a:t>
            </a:r>
            <a:endParaRPr sz="1200" b="0" i="0" u="none" strike="noStrike" cap="none">
              <a:solidFill>
                <a:schemeClr val="dk1"/>
              </a:solidFill>
              <a:latin typeface="Times New Roman"/>
              <a:ea typeface="Times New Roman"/>
              <a:cs typeface="Times New Roman"/>
              <a:sym typeface="Times New Roman"/>
            </a:endParaRPr>
          </a:p>
        </p:txBody>
      </p:sp>
      <p:sp>
        <p:nvSpPr>
          <p:cNvPr id="201" name="Google Shape;201;p8"/>
          <p:cNvSpPr txBox="1"/>
          <p:nvPr/>
        </p:nvSpPr>
        <p:spPr>
          <a:xfrm>
            <a:off x="698950" y="2046200"/>
            <a:ext cx="5798100" cy="2539800"/>
          </a:xfrm>
          <a:prstGeom prst="rect">
            <a:avLst/>
          </a:prstGeom>
          <a:noFill/>
          <a:ln>
            <a:noFill/>
          </a:ln>
        </p:spPr>
        <p:txBody>
          <a:bodyPr spcFirstLastPara="1" wrap="square" lIns="91425" tIns="91425" rIns="91425" bIns="91425" anchor="t" anchorCtr="0">
            <a:spAutoFit/>
          </a:bodyPr>
          <a:lstStyle/>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#pragma omp parallel</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vector&lt;string&gt; local_texts;</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Histogram thread_hist;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#pragma omp for schedule(dynamic,1)</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for (int i = 0; i &lt; doc_count; i++)</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local_texts.push_back(read_file(i));</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for (auto&amp; text : local_texts)</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UpdateHistogram(thread_hist, text, n);</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#pragma omp critical</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merge(hist, thread_hist);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9"/>
          <p:cNvSpPr txBox="1">
            <a:spLocks noGrp="1"/>
          </p:cNvSpPr>
          <p:nvPr>
            <p:ph type="body" idx="1"/>
          </p:nvPr>
        </p:nvSpPr>
        <p:spPr>
          <a:xfrm>
            <a:off x="233333" y="4927629"/>
            <a:ext cx="7590300" cy="187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2"/>
              </a:buClr>
              <a:buSzPts val="1100"/>
              <a:buNone/>
            </a:pPr>
            <a:r>
              <a:rPr lang="it"/>
              <a:t>Implementation</a:t>
            </a:r>
            <a:endParaRPr/>
          </a:p>
        </p:txBody>
      </p:sp>
      <p:sp>
        <p:nvSpPr>
          <p:cNvPr id="207" name="Google Shape;207;p9"/>
          <p:cNvSpPr txBox="1">
            <a:spLocks noGrp="1"/>
          </p:cNvSpPr>
          <p:nvPr>
            <p:ph type="title"/>
          </p:nvPr>
        </p:nvSpPr>
        <p:spPr>
          <a:xfrm>
            <a:off x="520051" y="782220"/>
            <a:ext cx="8103900" cy="641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Implementation - Workload Scaling - DL</a:t>
            </a:r>
            <a:endParaRPr/>
          </a:p>
        </p:txBody>
      </p:sp>
      <p:sp>
        <p:nvSpPr>
          <p:cNvPr id="208" name="Google Shape;208;p9"/>
          <p:cNvSpPr txBox="1"/>
          <p:nvPr/>
        </p:nvSpPr>
        <p:spPr>
          <a:xfrm>
            <a:off x="520050" y="1423250"/>
            <a:ext cx="7824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1200"/>
              <a:buFont typeface="Arial"/>
              <a:buNone/>
            </a:pPr>
            <a:r>
              <a:rPr lang="it" sz="1200" b="0" i="0" u="none" strike="noStrike" cap="none">
                <a:solidFill>
                  <a:schemeClr val="dk1"/>
                </a:solidFill>
                <a:latin typeface="Times New Roman"/>
                <a:ea typeface="Times New Roman"/>
                <a:cs typeface="Times New Roman"/>
                <a:sym typeface="Times New Roman"/>
              </a:rPr>
              <a:t>Documents are tokenized in parallel first, then each thread processes a subset of documents using dynamic scheduling. This strategy pre-allocates histogram capacity based on estimated n-gram count.</a:t>
            </a:r>
            <a:endParaRPr sz="1200" b="0" i="0" u="none" strike="noStrike" cap="none">
              <a:solidFill>
                <a:schemeClr val="dk1"/>
              </a:solidFill>
              <a:latin typeface="Times New Roman"/>
              <a:ea typeface="Times New Roman"/>
              <a:cs typeface="Times New Roman"/>
              <a:sym typeface="Times New Roman"/>
            </a:endParaRPr>
          </a:p>
        </p:txBody>
      </p:sp>
      <p:sp>
        <p:nvSpPr>
          <p:cNvPr id="209" name="Google Shape;209;p9"/>
          <p:cNvSpPr txBox="1"/>
          <p:nvPr/>
        </p:nvSpPr>
        <p:spPr>
          <a:xfrm>
            <a:off x="698950" y="2046200"/>
            <a:ext cx="5798100" cy="1985700"/>
          </a:xfrm>
          <a:prstGeom prst="rect">
            <a:avLst/>
          </a:prstGeom>
          <a:noFill/>
          <a:ln>
            <a:noFill/>
          </a:ln>
        </p:spPr>
        <p:txBody>
          <a:bodyPr spcFirstLastPara="1" wrap="square" lIns="91425" tIns="91425" rIns="91425" bIns="91425" anchor="t" anchorCtr="0">
            <a:spAutoFit/>
          </a:bodyPr>
          <a:lstStyle/>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#pragma omp parallel for schedule(dynamic)</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for (int i = 0; i &lt; num_docs; i++)</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tokenized_docs[i] = tokenize(read_file(files[i]));</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#pragma omp parallel</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Histogram&amp; my_hist = local_hists[omp_get_thread_num()];</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#pragma omp for schedule(dynamic, 4)</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for (int task = 0; task &lt; num_docs * multiplier; task++)</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count_ngrams(tokenized_docs[task % num_docs], my_hist);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a:t>
            </a:r>
            <a:endParaRPr sz="9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0"/>
          <p:cNvSpPr txBox="1">
            <a:spLocks noGrp="1"/>
          </p:cNvSpPr>
          <p:nvPr>
            <p:ph type="body" idx="1"/>
          </p:nvPr>
        </p:nvSpPr>
        <p:spPr>
          <a:xfrm>
            <a:off x="233333" y="4927629"/>
            <a:ext cx="7590300" cy="187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2"/>
              </a:buClr>
              <a:buSzPts val="1100"/>
              <a:buNone/>
            </a:pPr>
            <a:r>
              <a:rPr lang="it"/>
              <a:t>Implementation</a:t>
            </a:r>
            <a:endParaRPr/>
          </a:p>
        </p:txBody>
      </p:sp>
      <p:sp>
        <p:nvSpPr>
          <p:cNvPr id="215" name="Google Shape;215;p10"/>
          <p:cNvSpPr txBox="1">
            <a:spLocks noGrp="1"/>
          </p:cNvSpPr>
          <p:nvPr>
            <p:ph type="title"/>
          </p:nvPr>
        </p:nvSpPr>
        <p:spPr>
          <a:xfrm>
            <a:off x="520051" y="782220"/>
            <a:ext cx="8103900" cy="641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Implementation - Workload Scaling - FGL</a:t>
            </a:r>
            <a:endParaRPr/>
          </a:p>
        </p:txBody>
      </p:sp>
      <p:sp>
        <p:nvSpPr>
          <p:cNvPr id="216" name="Google Shape;216;p10"/>
          <p:cNvSpPr txBox="1"/>
          <p:nvPr/>
        </p:nvSpPr>
        <p:spPr>
          <a:xfrm>
            <a:off x="520050" y="1423250"/>
            <a:ext cx="7824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1200"/>
              <a:buFont typeface="Arial"/>
              <a:buNone/>
            </a:pPr>
            <a:r>
              <a:rPr lang="it" sz="1200" b="0" i="0" u="none" strike="noStrike" cap="none">
                <a:solidFill>
                  <a:schemeClr val="dk1"/>
                </a:solidFill>
                <a:latin typeface="Times New Roman"/>
                <a:ea typeface="Times New Roman"/>
                <a:cs typeface="Times New Roman"/>
                <a:sym typeface="Times New Roman"/>
              </a:rPr>
              <a:t>Uses a sharded hash table with 1024 independent shards, each protected by its own OpenMP lock. N-grams are hashed to determine the shard, reducing lock contention compared to a single global lock.</a:t>
            </a:r>
            <a:endParaRPr sz="1200" b="0" i="0" u="none" strike="noStrike" cap="none">
              <a:solidFill>
                <a:schemeClr val="dk1"/>
              </a:solidFill>
              <a:latin typeface="Times New Roman"/>
              <a:ea typeface="Times New Roman"/>
              <a:cs typeface="Times New Roman"/>
              <a:sym typeface="Times New Roman"/>
            </a:endParaRPr>
          </a:p>
        </p:txBody>
      </p:sp>
      <p:sp>
        <p:nvSpPr>
          <p:cNvPr id="217" name="Google Shape;217;p10"/>
          <p:cNvSpPr txBox="1"/>
          <p:nvPr/>
        </p:nvSpPr>
        <p:spPr>
          <a:xfrm>
            <a:off x="698950" y="2046200"/>
            <a:ext cx="5798100" cy="2400627"/>
          </a:xfrm>
          <a:prstGeom prst="rect">
            <a:avLst/>
          </a:prstGeom>
          <a:noFill/>
          <a:ln>
            <a:noFill/>
          </a:ln>
        </p:spPr>
        <p:txBody>
          <a:bodyPr spcFirstLastPara="1" wrap="square" lIns="91425" tIns="91425" rIns="91425" bIns="91425" anchor="t" anchorCtr="0">
            <a:spAutoFit/>
          </a:bodyPr>
          <a:lstStyle/>
          <a:p>
            <a:pPr marL="127000" marR="127000" lvl="0" indent="0" algn="l" rtl="0">
              <a:lnSpc>
                <a:spcPct val="100000"/>
              </a:lnSpc>
              <a:spcBef>
                <a:spcPts val="0"/>
              </a:spcBef>
              <a:spcAft>
                <a:spcPts val="0"/>
              </a:spcAft>
              <a:buClr>
                <a:srgbClr val="000000"/>
              </a:buClr>
              <a:buSzPts val="900"/>
              <a:buFont typeface="Arial"/>
              <a:buNone/>
            </a:pPr>
            <a:r>
              <a:rPr lang="it-IT" sz="900" b="0" i="0" u="none" strike="noStrike" cap="none" dirty="0" err="1">
                <a:solidFill>
                  <a:schemeClr val="dk1"/>
                </a:solidFill>
                <a:latin typeface="Times New Roman"/>
                <a:ea typeface="Times New Roman"/>
                <a:cs typeface="Times New Roman"/>
                <a:sym typeface="Times New Roman"/>
              </a:rPr>
              <a:t>constexpr</a:t>
            </a:r>
            <a:r>
              <a:rPr lang="it-IT" sz="900" b="0" i="0" u="none" strike="noStrike" cap="none" dirty="0">
                <a:solidFill>
                  <a:schemeClr val="dk1"/>
                </a:solidFill>
                <a:latin typeface="Times New Roman"/>
                <a:ea typeface="Times New Roman"/>
                <a:cs typeface="Times New Roman"/>
                <a:sym typeface="Times New Roman"/>
              </a:rPr>
              <a:t> </a:t>
            </a:r>
            <a:r>
              <a:rPr lang="it-IT" sz="900" b="0" i="0" u="none" strike="noStrike" cap="none" dirty="0" err="1">
                <a:solidFill>
                  <a:schemeClr val="dk1"/>
                </a:solidFill>
                <a:latin typeface="Times New Roman"/>
                <a:ea typeface="Times New Roman"/>
                <a:cs typeface="Times New Roman"/>
                <a:sym typeface="Times New Roman"/>
              </a:rPr>
              <a:t>int</a:t>
            </a:r>
            <a:r>
              <a:rPr lang="it-IT" sz="900" b="0" i="0" u="none" strike="noStrike" cap="none" dirty="0">
                <a:solidFill>
                  <a:schemeClr val="dk1"/>
                </a:solidFill>
                <a:latin typeface="Times New Roman"/>
                <a:ea typeface="Times New Roman"/>
                <a:cs typeface="Times New Roman"/>
                <a:sym typeface="Times New Roman"/>
              </a:rPr>
              <a:t> NUM_SHARDS = 1024;</a:t>
            </a:r>
          </a:p>
          <a:p>
            <a:pPr marL="127000" marR="127000" lvl="0" indent="0" algn="l" rtl="0">
              <a:lnSpc>
                <a:spcPct val="100000"/>
              </a:lnSpc>
              <a:spcBef>
                <a:spcPts val="0"/>
              </a:spcBef>
              <a:spcAft>
                <a:spcPts val="0"/>
              </a:spcAft>
              <a:buClr>
                <a:srgbClr val="000000"/>
              </a:buClr>
              <a:buSzPts val="900"/>
              <a:buFont typeface="Arial"/>
              <a:buNone/>
            </a:pPr>
            <a:r>
              <a:rPr lang="it-IT" sz="900" b="0" i="0" u="none" strike="noStrike" cap="none" dirty="0" err="1">
                <a:solidFill>
                  <a:schemeClr val="dk1"/>
                </a:solidFill>
                <a:latin typeface="Times New Roman"/>
                <a:ea typeface="Times New Roman"/>
                <a:cs typeface="Times New Roman"/>
                <a:sym typeface="Times New Roman"/>
              </a:rPr>
              <a:t>std</a:t>
            </a:r>
            <a:r>
              <a:rPr lang="it-IT" sz="900" b="0" i="0" u="none" strike="noStrike" cap="none" dirty="0">
                <a:solidFill>
                  <a:schemeClr val="dk1"/>
                </a:solidFill>
                <a:latin typeface="Times New Roman"/>
                <a:ea typeface="Times New Roman"/>
                <a:cs typeface="Times New Roman"/>
                <a:sym typeface="Times New Roman"/>
              </a:rPr>
              <a:t>::</a:t>
            </a:r>
            <a:r>
              <a:rPr lang="it-IT" sz="900" b="0" i="0" u="none" strike="noStrike" cap="none" dirty="0" err="1">
                <a:solidFill>
                  <a:schemeClr val="dk1"/>
                </a:solidFill>
                <a:latin typeface="Times New Roman"/>
                <a:ea typeface="Times New Roman"/>
                <a:cs typeface="Times New Roman"/>
                <a:sym typeface="Times New Roman"/>
              </a:rPr>
              <a:t>vector</a:t>
            </a:r>
            <a:r>
              <a:rPr lang="it-IT" sz="900" b="0" i="0" u="none" strike="noStrike" cap="none" dirty="0">
                <a:solidFill>
                  <a:schemeClr val="dk1"/>
                </a:solidFill>
                <a:latin typeface="Times New Roman"/>
                <a:ea typeface="Times New Roman"/>
                <a:cs typeface="Times New Roman"/>
                <a:sym typeface="Times New Roman"/>
              </a:rPr>
              <a:t>&lt;</a:t>
            </a:r>
            <a:r>
              <a:rPr lang="it-IT" sz="900" b="0" i="0" u="none" strike="noStrike" cap="none" dirty="0" err="1">
                <a:solidFill>
                  <a:schemeClr val="dk1"/>
                </a:solidFill>
                <a:latin typeface="Times New Roman"/>
                <a:ea typeface="Times New Roman"/>
                <a:cs typeface="Times New Roman"/>
                <a:sym typeface="Times New Roman"/>
              </a:rPr>
              <a:t>Histogram</a:t>
            </a:r>
            <a:r>
              <a:rPr lang="it-IT" sz="900" b="0" i="0" u="none" strike="noStrike" cap="none" dirty="0">
                <a:solidFill>
                  <a:schemeClr val="dk1"/>
                </a:solidFill>
                <a:latin typeface="Times New Roman"/>
                <a:ea typeface="Times New Roman"/>
                <a:cs typeface="Times New Roman"/>
                <a:sym typeface="Times New Roman"/>
              </a:rPr>
              <a:t>&gt; </a:t>
            </a:r>
            <a:r>
              <a:rPr lang="it-IT" sz="900" b="0" i="0" u="none" strike="noStrike" cap="none" dirty="0" err="1">
                <a:solidFill>
                  <a:schemeClr val="dk1"/>
                </a:solidFill>
                <a:latin typeface="Times New Roman"/>
                <a:ea typeface="Times New Roman"/>
                <a:cs typeface="Times New Roman"/>
                <a:sym typeface="Times New Roman"/>
              </a:rPr>
              <a:t>shards</a:t>
            </a:r>
            <a:r>
              <a:rPr lang="it-IT" sz="900" b="0" i="0" u="none" strike="noStrike" cap="none" dirty="0">
                <a:solidFill>
                  <a:schemeClr val="dk1"/>
                </a:solidFill>
                <a:latin typeface="Times New Roman"/>
                <a:ea typeface="Times New Roman"/>
                <a:cs typeface="Times New Roman"/>
                <a:sym typeface="Times New Roman"/>
              </a:rPr>
              <a:t>(NUM_SHARDS);</a:t>
            </a:r>
          </a:p>
          <a:p>
            <a:pPr marL="127000" marR="127000" lvl="0" indent="0" algn="l" rtl="0">
              <a:lnSpc>
                <a:spcPct val="100000"/>
              </a:lnSpc>
              <a:spcBef>
                <a:spcPts val="0"/>
              </a:spcBef>
              <a:spcAft>
                <a:spcPts val="0"/>
              </a:spcAft>
              <a:buClr>
                <a:srgbClr val="000000"/>
              </a:buClr>
              <a:buSzPts val="900"/>
              <a:buFont typeface="Arial"/>
              <a:buNone/>
            </a:pPr>
            <a:r>
              <a:rPr lang="it-IT" sz="900" b="0" i="0" u="none" strike="noStrike" cap="none" dirty="0" err="1">
                <a:solidFill>
                  <a:schemeClr val="dk1"/>
                </a:solidFill>
                <a:latin typeface="Times New Roman"/>
                <a:ea typeface="Times New Roman"/>
                <a:cs typeface="Times New Roman"/>
                <a:sym typeface="Times New Roman"/>
              </a:rPr>
              <a:t>std</a:t>
            </a:r>
            <a:r>
              <a:rPr lang="it-IT" sz="900" b="0" i="0" u="none" strike="noStrike" cap="none" dirty="0">
                <a:solidFill>
                  <a:schemeClr val="dk1"/>
                </a:solidFill>
                <a:latin typeface="Times New Roman"/>
                <a:ea typeface="Times New Roman"/>
                <a:cs typeface="Times New Roman"/>
                <a:sym typeface="Times New Roman"/>
              </a:rPr>
              <a:t>::</a:t>
            </a:r>
            <a:r>
              <a:rPr lang="it-IT" sz="900" b="0" i="0" u="none" strike="noStrike" cap="none" dirty="0" err="1">
                <a:solidFill>
                  <a:schemeClr val="dk1"/>
                </a:solidFill>
                <a:latin typeface="Times New Roman"/>
                <a:ea typeface="Times New Roman"/>
                <a:cs typeface="Times New Roman"/>
                <a:sym typeface="Times New Roman"/>
              </a:rPr>
              <a:t>vector</a:t>
            </a:r>
            <a:r>
              <a:rPr lang="it-IT" sz="900" b="0" i="0" u="none" strike="noStrike" cap="none" dirty="0">
                <a:solidFill>
                  <a:schemeClr val="dk1"/>
                </a:solidFill>
                <a:latin typeface="Times New Roman"/>
                <a:ea typeface="Times New Roman"/>
                <a:cs typeface="Times New Roman"/>
                <a:sym typeface="Times New Roman"/>
              </a:rPr>
              <a:t>&lt;</a:t>
            </a:r>
            <a:r>
              <a:rPr lang="it-IT" sz="900" b="0" i="0" u="none" strike="noStrike" cap="none" dirty="0" err="1">
                <a:solidFill>
                  <a:schemeClr val="dk1"/>
                </a:solidFill>
                <a:latin typeface="Times New Roman"/>
                <a:ea typeface="Times New Roman"/>
                <a:cs typeface="Times New Roman"/>
                <a:sym typeface="Times New Roman"/>
              </a:rPr>
              <a:t>omp_lock_t</a:t>
            </a:r>
            <a:r>
              <a:rPr lang="it-IT" sz="900" b="0" i="0" u="none" strike="noStrike" cap="none" dirty="0">
                <a:solidFill>
                  <a:schemeClr val="dk1"/>
                </a:solidFill>
                <a:latin typeface="Times New Roman"/>
                <a:ea typeface="Times New Roman"/>
                <a:cs typeface="Times New Roman"/>
                <a:sym typeface="Times New Roman"/>
              </a:rPr>
              <a:t>&gt; </a:t>
            </a:r>
            <a:r>
              <a:rPr lang="it-IT" sz="900" b="0" i="0" u="none" strike="noStrike" cap="none" dirty="0" err="1">
                <a:solidFill>
                  <a:schemeClr val="dk1"/>
                </a:solidFill>
                <a:latin typeface="Times New Roman"/>
                <a:ea typeface="Times New Roman"/>
                <a:cs typeface="Times New Roman"/>
                <a:sym typeface="Times New Roman"/>
              </a:rPr>
              <a:t>shard_locks</a:t>
            </a:r>
            <a:r>
              <a:rPr lang="it-IT" sz="900" b="0" i="0" u="none" strike="noStrike" cap="none" dirty="0">
                <a:solidFill>
                  <a:schemeClr val="dk1"/>
                </a:solidFill>
                <a:latin typeface="Times New Roman"/>
                <a:ea typeface="Times New Roman"/>
                <a:cs typeface="Times New Roman"/>
                <a:sym typeface="Times New Roman"/>
              </a:rPr>
              <a:t>(NUM_SHARDS);</a:t>
            </a:r>
          </a:p>
          <a:p>
            <a:pPr marL="127000" marR="127000" lvl="0" indent="0" algn="l" rtl="0">
              <a:lnSpc>
                <a:spcPct val="100000"/>
              </a:lnSpc>
              <a:spcBef>
                <a:spcPts val="0"/>
              </a:spcBef>
              <a:spcAft>
                <a:spcPts val="0"/>
              </a:spcAft>
              <a:buClr>
                <a:srgbClr val="000000"/>
              </a:buClr>
              <a:buSzPts val="900"/>
              <a:buFont typeface="Arial"/>
              <a:buNone/>
            </a:pPr>
            <a:r>
              <a:rPr lang="it-IT" sz="900" b="0" i="0" u="none" strike="noStrike" cap="none" dirty="0">
                <a:solidFill>
                  <a:schemeClr val="dk1"/>
                </a:solidFill>
                <a:latin typeface="Times New Roman"/>
                <a:ea typeface="Times New Roman"/>
                <a:cs typeface="Times New Roman"/>
                <a:sym typeface="Times New Roman"/>
              </a:rPr>
              <a:t>for (auto&amp; l : </a:t>
            </a:r>
            <a:r>
              <a:rPr lang="it-IT" sz="900" b="0" i="0" u="none" strike="noStrike" cap="none" dirty="0" err="1">
                <a:solidFill>
                  <a:schemeClr val="dk1"/>
                </a:solidFill>
                <a:latin typeface="Times New Roman"/>
                <a:ea typeface="Times New Roman"/>
                <a:cs typeface="Times New Roman"/>
                <a:sym typeface="Times New Roman"/>
              </a:rPr>
              <a:t>shard_locks</a:t>
            </a:r>
            <a:r>
              <a:rPr lang="it-IT" sz="900" b="0" i="0" u="none" strike="noStrike" cap="none" dirty="0">
                <a:solidFill>
                  <a:schemeClr val="dk1"/>
                </a:solidFill>
                <a:latin typeface="Times New Roman"/>
                <a:ea typeface="Times New Roman"/>
                <a:cs typeface="Times New Roman"/>
                <a:sym typeface="Times New Roman"/>
              </a:rPr>
              <a:t>) </a:t>
            </a:r>
            <a:r>
              <a:rPr lang="it-IT" sz="900" b="0" i="0" u="none" strike="noStrike" cap="none" dirty="0" err="1">
                <a:solidFill>
                  <a:schemeClr val="dk1"/>
                </a:solidFill>
                <a:latin typeface="Times New Roman"/>
                <a:ea typeface="Times New Roman"/>
                <a:cs typeface="Times New Roman"/>
                <a:sym typeface="Times New Roman"/>
              </a:rPr>
              <a:t>omp_init_lock</a:t>
            </a:r>
            <a:r>
              <a:rPr lang="it-IT" sz="900" b="0" i="0" u="none" strike="noStrike" cap="none" dirty="0">
                <a:solidFill>
                  <a:schemeClr val="dk1"/>
                </a:solidFill>
                <a:latin typeface="Times New Roman"/>
                <a:ea typeface="Times New Roman"/>
                <a:cs typeface="Times New Roman"/>
                <a:sym typeface="Times New Roman"/>
              </a:rPr>
              <a:t>(&amp;l);</a:t>
            </a:r>
          </a:p>
          <a:p>
            <a:pPr marL="127000" marR="127000" lvl="0" indent="0" algn="l" rtl="0">
              <a:lnSpc>
                <a:spcPct val="100000"/>
              </a:lnSpc>
              <a:spcBef>
                <a:spcPts val="0"/>
              </a:spcBef>
              <a:spcAft>
                <a:spcPts val="0"/>
              </a:spcAft>
              <a:buClr>
                <a:srgbClr val="000000"/>
              </a:buClr>
              <a:buSzPts val="900"/>
              <a:buFont typeface="Arial"/>
              <a:buNone/>
            </a:pPr>
            <a:endParaRPr lang="it-IT" sz="900" b="0" i="0" u="none" strike="noStrike" cap="none" dirty="0">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IT" sz="900" b="0" i="0" u="none" strike="noStrike" cap="none" dirty="0">
                <a:solidFill>
                  <a:schemeClr val="dk1"/>
                </a:solidFill>
                <a:latin typeface="Times New Roman"/>
                <a:ea typeface="Times New Roman"/>
                <a:cs typeface="Times New Roman"/>
                <a:sym typeface="Times New Roman"/>
              </a:rPr>
              <a:t>#pragma </a:t>
            </a:r>
            <a:r>
              <a:rPr lang="it-IT" sz="900" b="0" i="0" u="none" strike="noStrike" cap="none" dirty="0" err="1">
                <a:solidFill>
                  <a:schemeClr val="dk1"/>
                </a:solidFill>
                <a:latin typeface="Times New Roman"/>
                <a:ea typeface="Times New Roman"/>
                <a:cs typeface="Times New Roman"/>
                <a:sym typeface="Times New Roman"/>
              </a:rPr>
              <a:t>omp</a:t>
            </a:r>
            <a:r>
              <a:rPr lang="it-IT" sz="900" b="0" i="0" u="none" strike="noStrike" cap="none" dirty="0">
                <a:solidFill>
                  <a:schemeClr val="dk1"/>
                </a:solidFill>
                <a:latin typeface="Times New Roman"/>
                <a:ea typeface="Times New Roman"/>
                <a:cs typeface="Times New Roman"/>
                <a:sym typeface="Times New Roman"/>
              </a:rPr>
              <a:t> </a:t>
            </a:r>
            <a:r>
              <a:rPr lang="it-IT" sz="900" b="0" i="0" u="none" strike="noStrike" cap="none" dirty="0" err="1">
                <a:solidFill>
                  <a:schemeClr val="dk1"/>
                </a:solidFill>
                <a:latin typeface="Times New Roman"/>
                <a:ea typeface="Times New Roman"/>
                <a:cs typeface="Times New Roman"/>
                <a:sym typeface="Times New Roman"/>
              </a:rPr>
              <a:t>parallel</a:t>
            </a:r>
            <a:r>
              <a:rPr lang="it-IT" sz="900" b="0" i="0" u="none" strike="noStrike" cap="none" dirty="0">
                <a:solidFill>
                  <a:schemeClr val="dk1"/>
                </a:solidFill>
                <a:latin typeface="Times New Roman"/>
                <a:ea typeface="Times New Roman"/>
                <a:cs typeface="Times New Roman"/>
                <a:sym typeface="Times New Roman"/>
              </a:rPr>
              <a:t> for schedule(</a:t>
            </a:r>
            <a:r>
              <a:rPr lang="it-IT" sz="900" b="0" i="0" u="none" strike="noStrike" cap="none" dirty="0" err="1">
                <a:solidFill>
                  <a:schemeClr val="dk1"/>
                </a:solidFill>
                <a:latin typeface="Times New Roman"/>
                <a:ea typeface="Times New Roman"/>
                <a:cs typeface="Times New Roman"/>
                <a:sym typeface="Times New Roman"/>
              </a:rPr>
              <a:t>static</a:t>
            </a:r>
            <a:r>
              <a:rPr lang="it-IT" sz="900" b="0" i="0" u="none" strike="noStrike" cap="none" dirty="0">
                <a:solidFill>
                  <a:schemeClr val="dk1"/>
                </a:solidFill>
                <a:latin typeface="Times New Roman"/>
                <a:ea typeface="Times New Roman"/>
                <a:cs typeface="Times New Roman"/>
                <a:sym typeface="Times New Roman"/>
              </a:rPr>
              <a:t>)</a:t>
            </a:r>
          </a:p>
          <a:p>
            <a:pPr marL="127000" marR="127000" lvl="0" indent="0" algn="l" rtl="0">
              <a:lnSpc>
                <a:spcPct val="100000"/>
              </a:lnSpc>
              <a:spcBef>
                <a:spcPts val="0"/>
              </a:spcBef>
              <a:spcAft>
                <a:spcPts val="0"/>
              </a:spcAft>
              <a:buClr>
                <a:srgbClr val="000000"/>
              </a:buClr>
              <a:buSzPts val="900"/>
              <a:buFont typeface="Arial"/>
              <a:buNone/>
            </a:pPr>
            <a:r>
              <a:rPr lang="it-IT" sz="900" b="0" i="0" u="none" strike="noStrike" cap="none" dirty="0">
                <a:solidFill>
                  <a:schemeClr val="dk1"/>
                </a:solidFill>
                <a:latin typeface="Times New Roman"/>
                <a:ea typeface="Times New Roman"/>
                <a:cs typeface="Times New Roman"/>
                <a:sym typeface="Times New Roman"/>
              </a:rPr>
              <a:t>for (</a:t>
            </a:r>
            <a:r>
              <a:rPr lang="it-IT" sz="900" b="0" i="0" u="none" strike="noStrike" cap="none" dirty="0" err="1">
                <a:solidFill>
                  <a:schemeClr val="dk1"/>
                </a:solidFill>
                <a:latin typeface="Times New Roman"/>
                <a:ea typeface="Times New Roman"/>
                <a:cs typeface="Times New Roman"/>
                <a:sym typeface="Times New Roman"/>
              </a:rPr>
              <a:t>size_t</a:t>
            </a:r>
            <a:r>
              <a:rPr lang="it-IT" sz="900" b="0" i="0" u="none" strike="noStrike" cap="none" dirty="0">
                <a:solidFill>
                  <a:schemeClr val="dk1"/>
                </a:solidFill>
                <a:latin typeface="Times New Roman"/>
                <a:ea typeface="Times New Roman"/>
                <a:cs typeface="Times New Roman"/>
                <a:sym typeface="Times New Roman"/>
              </a:rPr>
              <a:t> i = 0; i &lt;= </a:t>
            </a:r>
            <a:r>
              <a:rPr lang="it-IT" sz="900" b="0" i="0" u="none" strike="noStrike" cap="none" dirty="0" err="1">
                <a:solidFill>
                  <a:schemeClr val="dk1"/>
                </a:solidFill>
                <a:latin typeface="Times New Roman"/>
                <a:ea typeface="Times New Roman"/>
                <a:cs typeface="Times New Roman"/>
                <a:sym typeface="Times New Roman"/>
              </a:rPr>
              <a:t>limit</a:t>
            </a:r>
            <a:r>
              <a:rPr lang="it-IT" sz="900" b="0" i="0" u="none" strike="noStrike" cap="none" dirty="0">
                <a:solidFill>
                  <a:schemeClr val="dk1"/>
                </a:solidFill>
                <a:latin typeface="Times New Roman"/>
                <a:ea typeface="Times New Roman"/>
                <a:cs typeface="Times New Roman"/>
                <a:sym typeface="Times New Roman"/>
              </a:rPr>
              <a:t>; ++i) {</a:t>
            </a:r>
          </a:p>
          <a:p>
            <a:pPr marL="127000" marR="127000" lvl="0" indent="0" algn="l" rtl="0">
              <a:lnSpc>
                <a:spcPct val="100000"/>
              </a:lnSpc>
              <a:spcBef>
                <a:spcPts val="0"/>
              </a:spcBef>
              <a:spcAft>
                <a:spcPts val="0"/>
              </a:spcAft>
              <a:buClr>
                <a:srgbClr val="000000"/>
              </a:buClr>
              <a:buSzPts val="900"/>
              <a:buFont typeface="Arial"/>
              <a:buNone/>
            </a:pPr>
            <a:r>
              <a:rPr lang="it-IT" sz="900" b="0" i="0" u="none" strike="noStrike" cap="none" dirty="0">
                <a:solidFill>
                  <a:schemeClr val="dk1"/>
                </a:solidFill>
                <a:latin typeface="Times New Roman"/>
                <a:ea typeface="Times New Roman"/>
                <a:cs typeface="Times New Roman"/>
                <a:sym typeface="Times New Roman"/>
              </a:rPr>
              <a:t>    </a:t>
            </a:r>
            <a:r>
              <a:rPr lang="it-IT" sz="900" b="0" i="0" u="none" strike="noStrike" cap="none" dirty="0" err="1">
                <a:solidFill>
                  <a:schemeClr val="dk1"/>
                </a:solidFill>
                <a:latin typeface="Times New Roman"/>
                <a:ea typeface="Times New Roman"/>
                <a:cs typeface="Times New Roman"/>
                <a:sym typeface="Times New Roman"/>
              </a:rPr>
              <a:t>std</a:t>
            </a:r>
            <a:r>
              <a:rPr lang="it-IT" sz="900" b="0" i="0" u="none" strike="noStrike" cap="none" dirty="0">
                <a:solidFill>
                  <a:schemeClr val="dk1"/>
                </a:solidFill>
                <a:latin typeface="Times New Roman"/>
                <a:ea typeface="Times New Roman"/>
                <a:cs typeface="Times New Roman"/>
                <a:sym typeface="Times New Roman"/>
              </a:rPr>
              <a:t>::</a:t>
            </a:r>
            <a:r>
              <a:rPr lang="it-IT" sz="900" b="0" i="0" u="none" strike="noStrike" cap="none" dirty="0" err="1">
                <a:solidFill>
                  <a:schemeClr val="dk1"/>
                </a:solidFill>
                <a:latin typeface="Times New Roman"/>
                <a:ea typeface="Times New Roman"/>
                <a:cs typeface="Times New Roman"/>
                <a:sym typeface="Times New Roman"/>
              </a:rPr>
              <a:t>string</a:t>
            </a:r>
            <a:r>
              <a:rPr lang="it-IT" sz="900" b="0" i="0" u="none" strike="noStrike" cap="none" dirty="0">
                <a:solidFill>
                  <a:schemeClr val="dk1"/>
                </a:solidFill>
                <a:latin typeface="Times New Roman"/>
                <a:ea typeface="Times New Roman"/>
                <a:cs typeface="Times New Roman"/>
                <a:sym typeface="Times New Roman"/>
              </a:rPr>
              <a:t> </a:t>
            </a:r>
            <a:r>
              <a:rPr lang="it-IT" sz="900" b="0" i="0" u="none" strike="noStrike" cap="none" dirty="0" err="1">
                <a:solidFill>
                  <a:schemeClr val="dk1"/>
                </a:solidFill>
                <a:latin typeface="Times New Roman"/>
                <a:ea typeface="Times New Roman"/>
                <a:cs typeface="Times New Roman"/>
                <a:sym typeface="Times New Roman"/>
              </a:rPr>
              <a:t>n_gram</a:t>
            </a:r>
            <a:r>
              <a:rPr lang="it-IT" sz="900" b="0" i="0" u="none" strike="noStrike" cap="none" dirty="0">
                <a:solidFill>
                  <a:schemeClr val="dk1"/>
                </a:solidFill>
                <a:latin typeface="Times New Roman"/>
                <a:ea typeface="Times New Roman"/>
                <a:cs typeface="Times New Roman"/>
                <a:sym typeface="Times New Roman"/>
              </a:rPr>
              <a:t> = </a:t>
            </a:r>
            <a:r>
              <a:rPr lang="it-IT" sz="900" b="0" i="0" u="none" strike="noStrike" cap="none" dirty="0" err="1">
                <a:solidFill>
                  <a:schemeClr val="dk1"/>
                </a:solidFill>
                <a:latin typeface="Times New Roman"/>
                <a:ea typeface="Times New Roman"/>
                <a:cs typeface="Times New Roman"/>
                <a:sym typeface="Times New Roman"/>
              </a:rPr>
              <a:t>build_ngram</a:t>
            </a:r>
            <a:r>
              <a:rPr lang="it-IT" sz="900" b="0" i="0" u="none" strike="noStrike" cap="none" dirty="0">
                <a:solidFill>
                  <a:schemeClr val="dk1"/>
                </a:solidFill>
                <a:latin typeface="Times New Roman"/>
                <a:ea typeface="Times New Roman"/>
                <a:cs typeface="Times New Roman"/>
                <a:sym typeface="Times New Roman"/>
              </a:rPr>
              <a:t>(</a:t>
            </a:r>
            <a:r>
              <a:rPr lang="it-IT" sz="900" b="0" i="0" u="none" strike="noStrike" cap="none" dirty="0" err="1">
                <a:solidFill>
                  <a:schemeClr val="dk1"/>
                </a:solidFill>
                <a:latin typeface="Times New Roman"/>
                <a:ea typeface="Times New Roman"/>
                <a:cs typeface="Times New Roman"/>
                <a:sym typeface="Times New Roman"/>
              </a:rPr>
              <a:t>all_words</a:t>
            </a:r>
            <a:r>
              <a:rPr lang="it-IT" sz="900" b="0" i="0" u="none" strike="noStrike" cap="none" dirty="0">
                <a:solidFill>
                  <a:schemeClr val="dk1"/>
                </a:solidFill>
                <a:latin typeface="Times New Roman"/>
                <a:ea typeface="Times New Roman"/>
                <a:cs typeface="Times New Roman"/>
                <a:sym typeface="Times New Roman"/>
              </a:rPr>
              <a:t>, i, n);</a:t>
            </a:r>
          </a:p>
          <a:p>
            <a:pPr marL="127000" marR="127000" lvl="0" indent="0" algn="l" rtl="0">
              <a:lnSpc>
                <a:spcPct val="100000"/>
              </a:lnSpc>
              <a:spcBef>
                <a:spcPts val="0"/>
              </a:spcBef>
              <a:spcAft>
                <a:spcPts val="0"/>
              </a:spcAft>
              <a:buClr>
                <a:srgbClr val="000000"/>
              </a:buClr>
              <a:buSzPts val="900"/>
              <a:buFont typeface="Arial"/>
              <a:buNone/>
            </a:pPr>
            <a:r>
              <a:rPr lang="it-IT" sz="900" b="0" i="0" u="none" strike="noStrike" cap="none" dirty="0">
                <a:solidFill>
                  <a:schemeClr val="dk1"/>
                </a:solidFill>
                <a:latin typeface="Times New Roman"/>
                <a:ea typeface="Times New Roman"/>
                <a:cs typeface="Times New Roman"/>
                <a:sym typeface="Times New Roman"/>
              </a:rPr>
              <a:t>    </a:t>
            </a:r>
            <a:r>
              <a:rPr lang="it-IT" sz="900" b="0" i="0" u="none" strike="noStrike" cap="none" dirty="0" err="1">
                <a:solidFill>
                  <a:schemeClr val="dk1"/>
                </a:solidFill>
                <a:latin typeface="Times New Roman"/>
                <a:ea typeface="Times New Roman"/>
                <a:cs typeface="Times New Roman"/>
                <a:sym typeface="Times New Roman"/>
              </a:rPr>
              <a:t>size_t</a:t>
            </a:r>
            <a:r>
              <a:rPr lang="it-IT" sz="900" b="0" i="0" u="none" strike="noStrike" cap="none" dirty="0">
                <a:solidFill>
                  <a:schemeClr val="dk1"/>
                </a:solidFill>
                <a:latin typeface="Times New Roman"/>
                <a:ea typeface="Times New Roman"/>
                <a:cs typeface="Times New Roman"/>
                <a:sym typeface="Times New Roman"/>
              </a:rPr>
              <a:t> </a:t>
            </a:r>
            <a:r>
              <a:rPr lang="it-IT" sz="900" b="0" i="0" u="none" strike="noStrike" cap="none" dirty="0" err="1">
                <a:solidFill>
                  <a:schemeClr val="dk1"/>
                </a:solidFill>
                <a:latin typeface="Times New Roman"/>
                <a:ea typeface="Times New Roman"/>
                <a:cs typeface="Times New Roman"/>
                <a:sym typeface="Times New Roman"/>
              </a:rPr>
              <a:t>shard_id</a:t>
            </a:r>
            <a:r>
              <a:rPr lang="it-IT" sz="900" b="0" i="0" u="none" strike="noStrike" cap="none" dirty="0">
                <a:solidFill>
                  <a:schemeClr val="dk1"/>
                </a:solidFill>
                <a:latin typeface="Times New Roman"/>
                <a:ea typeface="Times New Roman"/>
                <a:cs typeface="Times New Roman"/>
                <a:sym typeface="Times New Roman"/>
              </a:rPr>
              <a:t> = </a:t>
            </a:r>
            <a:r>
              <a:rPr lang="it-IT" sz="900" b="0" i="0" u="none" strike="noStrike" cap="none" dirty="0" err="1">
                <a:solidFill>
                  <a:schemeClr val="dk1"/>
                </a:solidFill>
                <a:latin typeface="Times New Roman"/>
                <a:ea typeface="Times New Roman"/>
                <a:cs typeface="Times New Roman"/>
                <a:sym typeface="Times New Roman"/>
              </a:rPr>
              <a:t>std</a:t>
            </a:r>
            <a:r>
              <a:rPr lang="it-IT" sz="900" b="0" i="0" u="none" strike="noStrike" cap="none" dirty="0">
                <a:solidFill>
                  <a:schemeClr val="dk1"/>
                </a:solidFill>
                <a:latin typeface="Times New Roman"/>
                <a:ea typeface="Times New Roman"/>
                <a:cs typeface="Times New Roman"/>
                <a:sym typeface="Times New Roman"/>
              </a:rPr>
              <a:t>::</a:t>
            </a:r>
            <a:r>
              <a:rPr lang="it-IT" sz="900" b="0" i="0" u="none" strike="noStrike" cap="none" dirty="0" err="1">
                <a:solidFill>
                  <a:schemeClr val="dk1"/>
                </a:solidFill>
                <a:latin typeface="Times New Roman"/>
                <a:ea typeface="Times New Roman"/>
                <a:cs typeface="Times New Roman"/>
                <a:sym typeface="Times New Roman"/>
              </a:rPr>
              <a:t>hash</a:t>
            </a:r>
            <a:r>
              <a:rPr lang="it-IT" sz="900" b="0" i="0" u="none" strike="noStrike" cap="none" dirty="0">
                <a:solidFill>
                  <a:schemeClr val="dk1"/>
                </a:solidFill>
                <a:latin typeface="Times New Roman"/>
                <a:ea typeface="Times New Roman"/>
                <a:cs typeface="Times New Roman"/>
                <a:sym typeface="Times New Roman"/>
              </a:rPr>
              <a:t>&lt;</a:t>
            </a:r>
            <a:r>
              <a:rPr lang="it-IT" sz="900" b="0" i="0" u="none" strike="noStrike" cap="none" dirty="0" err="1">
                <a:solidFill>
                  <a:schemeClr val="dk1"/>
                </a:solidFill>
                <a:latin typeface="Times New Roman"/>
                <a:ea typeface="Times New Roman"/>
                <a:cs typeface="Times New Roman"/>
                <a:sym typeface="Times New Roman"/>
              </a:rPr>
              <a:t>std</a:t>
            </a:r>
            <a:r>
              <a:rPr lang="it-IT" sz="900" b="0" i="0" u="none" strike="noStrike" cap="none" dirty="0">
                <a:solidFill>
                  <a:schemeClr val="dk1"/>
                </a:solidFill>
                <a:latin typeface="Times New Roman"/>
                <a:ea typeface="Times New Roman"/>
                <a:cs typeface="Times New Roman"/>
                <a:sym typeface="Times New Roman"/>
              </a:rPr>
              <a:t>::</a:t>
            </a:r>
            <a:r>
              <a:rPr lang="it-IT" sz="900" b="0" i="0" u="none" strike="noStrike" cap="none" dirty="0" err="1">
                <a:solidFill>
                  <a:schemeClr val="dk1"/>
                </a:solidFill>
                <a:latin typeface="Times New Roman"/>
                <a:ea typeface="Times New Roman"/>
                <a:cs typeface="Times New Roman"/>
                <a:sym typeface="Times New Roman"/>
              </a:rPr>
              <a:t>string</a:t>
            </a:r>
            <a:r>
              <a:rPr lang="it-IT" sz="900" b="0" i="0" u="none" strike="noStrike" cap="none" dirty="0">
                <a:solidFill>
                  <a:schemeClr val="dk1"/>
                </a:solidFill>
                <a:latin typeface="Times New Roman"/>
                <a:ea typeface="Times New Roman"/>
                <a:cs typeface="Times New Roman"/>
                <a:sym typeface="Times New Roman"/>
              </a:rPr>
              <a:t>&gt;{}(</a:t>
            </a:r>
            <a:r>
              <a:rPr lang="it-IT" sz="900" b="0" i="0" u="none" strike="noStrike" cap="none" dirty="0" err="1">
                <a:solidFill>
                  <a:schemeClr val="dk1"/>
                </a:solidFill>
                <a:latin typeface="Times New Roman"/>
                <a:ea typeface="Times New Roman"/>
                <a:cs typeface="Times New Roman"/>
                <a:sym typeface="Times New Roman"/>
              </a:rPr>
              <a:t>n_gram</a:t>
            </a:r>
            <a:r>
              <a:rPr lang="it-IT" sz="900" b="0" i="0" u="none" strike="noStrike" cap="none" dirty="0">
                <a:solidFill>
                  <a:schemeClr val="dk1"/>
                </a:solidFill>
                <a:latin typeface="Times New Roman"/>
                <a:ea typeface="Times New Roman"/>
                <a:cs typeface="Times New Roman"/>
                <a:sym typeface="Times New Roman"/>
              </a:rPr>
              <a:t>) % NUM_SHARDS;</a:t>
            </a:r>
          </a:p>
          <a:p>
            <a:pPr marL="127000" marR="127000" lvl="0" indent="0" algn="l" rtl="0">
              <a:lnSpc>
                <a:spcPct val="100000"/>
              </a:lnSpc>
              <a:spcBef>
                <a:spcPts val="0"/>
              </a:spcBef>
              <a:spcAft>
                <a:spcPts val="0"/>
              </a:spcAft>
              <a:buClr>
                <a:srgbClr val="000000"/>
              </a:buClr>
              <a:buSzPts val="900"/>
              <a:buFont typeface="Arial"/>
              <a:buNone/>
            </a:pPr>
            <a:r>
              <a:rPr lang="it-IT" sz="900" b="0" i="0" u="none" strike="noStrike" cap="none" dirty="0">
                <a:solidFill>
                  <a:schemeClr val="dk1"/>
                </a:solidFill>
                <a:latin typeface="Times New Roman"/>
                <a:ea typeface="Times New Roman"/>
                <a:cs typeface="Times New Roman"/>
                <a:sym typeface="Times New Roman"/>
              </a:rPr>
              <a:t>    </a:t>
            </a:r>
          </a:p>
          <a:p>
            <a:pPr marL="127000" marR="127000" lvl="0" indent="0" algn="l" rtl="0">
              <a:lnSpc>
                <a:spcPct val="100000"/>
              </a:lnSpc>
              <a:spcBef>
                <a:spcPts val="0"/>
              </a:spcBef>
              <a:spcAft>
                <a:spcPts val="0"/>
              </a:spcAft>
              <a:buClr>
                <a:srgbClr val="000000"/>
              </a:buClr>
              <a:buSzPts val="900"/>
              <a:buFont typeface="Arial"/>
              <a:buNone/>
            </a:pPr>
            <a:r>
              <a:rPr lang="it-IT" sz="900" b="0" i="0" u="none" strike="noStrike" cap="none" dirty="0">
                <a:solidFill>
                  <a:schemeClr val="dk1"/>
                </a:solidFill>
                <a:latin typeface="Times New Roman"/>
                <a:ea typeface="Times New Roman"/>
                <a:cs typeface="Times New Roman"/>
                <a:sym typeface="Times New Roman"/>
              </a:rPr>
              <a:t>    </a:t>
            </a:r>
            <a:r>
              <a:rPr lang="it-IT" sz="900" b="0" i="0" u="none" strike="noStrike" cap="none" dirty="0" err="1">
                <a:solidFill>
                  <a:schemeClr val="dk1"/>
                </a:solidFill>
                <a:latin typeface="Times New Roman"/>
                <a:ea typeface="Times New Roman"/>
                <a:cs typeface="Times New Roman"/>
                <a:sym typeface="Times New Roman"/>
              </a:rPr>
              <a:t>omp_set_lock</a:t>
            </a:r>
            <a:r>
              <a:rPr lang="it-IT" sz="900" b="0" i="0" u="none" strike="noStrike" cap="none" dirty="0">
                <a:solidFill>
                  <a:schemeClr val="dk1"/>
                </a:solidFill>
                <a:latin typeface="Times New Roman"/>
                <a:ea typeface="Times New Roman"/>
                <a:cs typeface="Times New Roman"/>
                <a:sym typeface="Times New Roman"/>
              </a:rPr>
              <a:t>(&amp;</a:t>
            </a:r>
            <a:r>
              <a:rPr lang="it-IT" sz="900" b="0" i="0" u="none" strike="noStrike" cap="none" dirty="0" err="1">
                <a:solidFill>
                  <a:schemeClr val="dk1"/>
                </a:solidFill>
                <a:latin typeface="Times New Roman"/>
                <a:ea typeface="Times New Roman"/>
                <a:cs typeface="Times New Roman"/>
                <a:sym typeface="Times New Roman"/>
              </a:rPr>
              <a:t>shard_locks</a:t>
            </a:r>
            <a:r>
              <a:rPr lang="it-IT" sz="900" b="0" i="0" u="none" strike="noStrike" cap="none" dirty="0">
                <a:solidFill>
                  <a:schemeClr val="dk1"/>
                </a:solidFill>
                <a:latin typeface="Times New Roman"/>
                <a:ea typeface="Times New Roman"/>
                <a:cs typeface="Times New Roman"/>
                <a:sym typeface="Times New Roman"/>
              </a:rPr>
              <a:t>[</a:t>
            </a:r>
            <a:r>
              <a:rPr lang="it-IT" sz="900" b="0" i="0" u="none" strike="noStrike" cap="none" dirty="0" err="1">
                <a:solidFill>
                  <a:schemeClr val="dk1"/>
                </a:solidFill>
                <a:latin typeface="Times New Roman"/>
                <a:ea typeface="Times New Roman"/>
                <a:cs typeface="Times New Roman"/>
                <a:sym typeface="Times New Roman"/>
              </a:rPr>
              <a:t>shard_id</a:t>
            </a:r>
            <a:r>
              <a:rPr lang="it-IT" sz="900" b="0" i="0" u="none" strike="noStrike" cap="none" dirty="0">
                <a:solidFill>
                  <a:schemeClr val="dk1"/>
                </a:solidFill>
                <a:latin typeface="Times New Roman"/>
                <a:ea typeface="Times New Roman"/>
                <a:cs typeface="Times New Roman"/>
                <a:sym typeface="Times New Roman"/>
              </a:rPr>
              <a:t>]);</a:t>
            </a:r>
          </a:p>
          <a:p>
            <a:pPr marL="127000" marR="127000" lvl="0" indent="0" algn="l" rtl="0">
              <a:lnSpc>
                <a:spcPct val="100000"/>
              </a:lnSpc>
              <a:spcBef>
                <a:spcPts val="0"/>
              </a:spcBef>
              <a:spcAft>
                <a:spcPts val="0"/>
              </a:spcAft>
              <a:buClr>
                <a:srgbClr val="000000"/>
              </a:buClr>
              <a:buSzPts val="900"/>
              <a:buFont typeface="Arial"/>
              <a:buNone/>
            </a:pPr>
            <a:r>
              <a:rPr lang="it-IT" sz="900" b="0" i="0" u="none" strike="noStrike" cap="none" dirty="0">
                <a:solidFill>
                  <a:schemeClr val="dk1"/>
                </a:solidFill>
                <a:latin typeface="Times New Roman"/>
                <a:ea typeface="Times New Roman"/>
                <a:cs typeface="Times New Roman"/>
                <a:sym typeface="Times New Roman"/>
              </a:rPr>
              <a:t>    </a:t>
            </a:r>
            <a:r>
              <a:rPr lang="it-IT" sz="900" b="0" i="0" u="none" strike="noStrike" cap="none" dirty="0" err="1">
                <a:solidFill>
                  <a:schemeClr val="dk1"/>
                </a:solidFill>
                <a:latin typeface="Times New Roman"/>
                <a:ea typeface="Times New Roman"/>
                <a:cs typeface="Times New Roman"/>
                <a:sym typeface="Times New Roman"/>
              </a:rPr>
              <a:t>shards</a:t>
            </a:r>
            <a:r>
              <a:rPr lang="it-IT" sz="900" b="0" i="0" u="none" strike="noStrike" cap="none" dirty="0">
                <a:solidFill>
                  <a:schemeClr val="dk1"/>
                </a:solidFill>
                <a:latin typeface="Times New Roman"/>
                <a:ea typeface="Times New Roman"/>
                <a:cs typeface="Times New Roman"/>
                <a:sym typeface="Times New Roman"/>
              </a:rPr>
              <a:t>[</a:t>
            </a:r>
            <a:r>
              <a:rPr lang="it-IT" sz="900" b="0" i="0" u="none" strike="noStrike" cap="none" dirty="0" err="1">
                <a:solidFill>
                  <a:schemeClr val="dk1"/>
                </a:solidFill>
                <a:latin typeface="Times New Roman"/>
                <a:ea typeface="Times New Roman"/>
                <a:cs typeface="Times New Roman"/>
                <a:sym typeface="Times New Roman"/>
              </a:rPr>
              <a:t>shard_id</a:t>
            </a:r>
            <a:r>
              <a:rPr lang="it-IT" sz="900" b="0" i="0" u="none" strike="noStrike" cap="none" dirty="0">
                <a:solidFill>
                  <a:schemeClr val="dk1"/>
                </a:solidFill>
                <a:latin typeface="Times New Roman"/>
                <a:ea typeface="Times New Roman"/>
                <a:cs typeface="Times New Roman"/>
                <a:sym typeface="Times New Roman"/>
              </a:rPr>
              <a:t>][</a:t>
            </a:r>
            <a:r>
              <a:rPr lang="it-IT" sz="900" b="0" i="0" u="none" strike="noStrike" cap="none" dirty="0" err="1">
                <a:solidFill>
                  <a:schemeClr val="dk1"/>
                </a:solidFill>
                <a:latin typeface="Times New Roman"/>
                <a:ea typeface="Times New Roman"/>
                <a:cs typeface="Times New Roman"/>
                <a:sym typeface="Times New Roman"/>
              </a:rPr>
              <a:t>n_gram</a:t>
            </a:r>
            <a:r>
              <a:rPr lang="it-IT" sz="900" b="0" i="0" u="none" strike="noStrike" cap="none" dirty="0">
                <a:solidFill>
                  <a:schemeClr val="dk1"/>
                </a:solidFill>
                <a:latin typeface="Times New Roman"/>
                <a:ea typeface="Times New Roman"/>
                <a:cs typeface="Times New Roman"/>
                <a:sym typeface="Times New Roman"/>
              </a:rPr>
              <a:t>]++;</a:t>
            </a:r>
          </a:p>
          <a:p>
            <a:pPr marL="127000" marR="127000" lvl="0" indent="0" algn="l" rtl="0">
              <a:lnSpc>
                <a:spcPct val="100000"/>
              </a:lnSpc>
              <a:spcBef>
                <a:spcPts val="0"/>
              </a:spcBef>
              <a:spcAft>
                <a:spcPts val="0"/>
              </a:spcAft>
              <a:buClr>
                <a:srgbClr val="000000"/>
              </a:buClr>
              <a:buSzPts val="900"/>
              <a:buFont typeface="Arial"/>
              <a:buNone/>
            </a:pPr>
            <a:r>
              <a:rPr lang="it-IT" sz="900" b="0" i="0" u="none" strike="noStrike" cap="none" dirty="0">
                <a:solidFill>
                  <a:schemeClr val="dk1"/>
                </a:solidFill>
                <a:latin typeface="Times New Roman"/>
                <a:ea typeface="Times New Roman"/>
                <a:cs typeface="Times New Roman"/>
                <a:sym typeface="Times New Roman"/>
              </a:rPr>
              <a:t>    </a:t>
            </a:r>
            <a:r>
              <a:rPr lang="it-IT" sz="900" b="0" i="0" u="none" strike="noStrike" cap="none" dirty="0" err="1">
                <a:solidFill>
                  <a:schemeClr val="dk1"/>
                </a:solidFill>
                <a:latin typeface="Times New Roman"/>
                <a:ea typeface="Times New Roman"/>
                <a:cs typeface="Times New Roman"/>
                <a:sym typeface="Times New Roman"/>
              </a:rPr>
              <a:t>omp_unset_lock</a:t>
            </a:r>
            <a:r>
              <a:rPr lang="it-IT" sz="900" b="0" i="0" u="none" strike="noStrike" cap="none" dirty="0">
                <a:solidFill>
                  <a:schemeClr val="dk1"/>
                </a:solidFill>
                <a:latin typeface="Times New Roman"/>
                <a:ea typeface="Times New Roman"/>
                <a:cs typeface="Times New Roman"/>
                <a:sym typeface="Times New Roman"/>
              </a:rPr>
              <a:t>(&amp;</a:t>
            </a:r>
            <a:r>
              <a:rPr lang="it-IT" sz="900" b="0" i="0" u="none" strike="noStrike" cap="none" dirty="0" err="1">
                <a:solidFill>
                  <a:schemeClr val="dk1"/>
                </a:solidFill>
                <a:latin typeface="Times New Roman"/>
                <a:ea typeface="Times New Roman"/>
                <a:cs typeface="Times New Roman"/>
                <a:sym typeface="Times New Roman"/>
              </a:rPr>
              <a:t>shard_locks</a:t>
            </a:r>
            <a:r>
              <a:rPr lang="it-IT" sz="900" b="0" i="0" u="none" strike="noStrike" cap="none" dirty="0">
                <a:solidFill>
                  <a:schemeClr val="dk1"/>
                </a:solidFill>
                <a:latin typeface="Times New Roman"/>
                <a:ea typeface="Times New Roman"/>
                <a:cs typeface="Times New Roman"/>
                <a:sym typeface="Times New Roman"/>
              </a:rPr>
              <a:t>[</a:t>
            </a:r>
            <a:r>
              <a:rPr lang="it-IT" sz="900" b="0" i="0" u="none" strike="noStrike" cap="none" dirty="0" err="1">
                <a:solidFill>
                  <a:schemeClr val="dk1"/>
                </a:solidFill>
                <a:latin typeface="Times New Roman"/>
                <a:ea typeface="Times New Roman"/>
                <a:cs typeface="Times New Roman"/>
                <a:sym typeface="Times New Roman"/>
              </a:rPr>
              <a:t>shard_id</a:t>
            </a:r>
            <a:r>
              <a:rPr lang="it-IT" sz="900" b="0" i="0" u="none" strike="noStrike" cap="none" dirty="0">
                <a:solidFill>
                  <a:schemeClr val="dk1"/>
                </a:solidFill>
                <a:latin typeface="Times New Roman"/>
                <a:ea typeface="Times New Roman"/>
                <a:cs typeface="Times New Roman"/>
                <a:sym typeface="Times New Roman"/>
              </a:rPr>
              <a:t>]);</a:t>
            </a:r>
          </a:p>
          <a:p>
            <a:pPr marL="127000" marR="127000" lvl="0" indent="0" algn="l" rtl="0">
              <a:lnSpc>
                <a:spcPct val="100000"/>
              </a:lnSpc>
              <a:spcBef>
                <a:spcPts val="0"/>
              </a:spcBef>
              <a:spcAft>
                <a:spcPts val="0"/>
              </a:spcAft>
              <a:buClr>
                <a:srgbClr val="000000"/>
              </a:buClr>
              <a:buSzPts val="900"/>
              <a:buFont typeface="Arial"/>
              <a:buNone/>
            </a:pPr>
            <a:r>
              <a:rPr lang="it-IT" sz="900" b="0" i="0" u="none" strike="noStrike" cap="none" dirty="0">
                <a:solidFill>
                  <a:schemeClr val="dk1"/>
                </a:solidFill>
                <a:latin typeface="Times New Roman"/>
                <a:ea typeface="Times New Roman"/>
                <a:cs typeface="Times New Roman"/>
                <a:sym typeface="Times New Roman"/>
              </a:rPr>
              <a:t>}</a:t>
            </a:r>
          </a:p>
          <a:p>
            <a:pPr marL="127000" marR="127000" lvl="0" indent="0" algn="l" rtl="0">
              <a:lnSpc>
                <a:spcPct val="100000"/>
              </a:lnSpc>
              <a:spcBef>
                <a:spcPts val="0"/>
              </a:spcBef>
              <a:spcAft>
                <a:spcPts val="0"/>
              </a:spcAft>
              <a:buClr>
                <a:srgbClr val="000000"/>
              </a:buClr>
              <a:buSzPts val="900"/>
              <a:buFont typeface="Arial"/>
              <a:buNone/>
            </a:pPr>
            <a:endParaRPr lang="it-IT" sz="900" b="0" i="0" u="none" strike="noStrike" cap="none" dirty="0">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IT" sz="900" b="0" i="0" u="none" strike="noStrike" cap="none" dirty="0">
                <a:solidFill>
                  <a:schemeClr val="dk1"/>
                </a:solidFill>
                <a:latin typeface="Times New Roman"/>
                <a:ea typeface="Times New Roman"/>
                <a:cs typeface="Times New Roman"/>
                <a:sym typeface="Times New Roman"/>
              </a:rPr>
              <a:t>for (auto&amp; l : </a:t>
            </a:r>
            <a:r>
              <a:rPr lang="it-IT" sz="900" b="0" i="0" u="none" strike="noStrike" cap="none" dirty="0" err="1">
                <a:solidFill>
                  <a:schemeClr val="dk1"/>
                </a:solidFill>
                <a:latin typeface="Times New Roman"/>
                <a:ea typeface="Times New Roman"/>
                <a:cs typeface="Times New Roman"/>
                <a:sym typeface="Times New Roman"/>
              </a:rPr>
              <a:t>shard_locks</a:t>
            </a:r>
            <a:r>
              <a:rPr lang="it-IT" sz="900" b="0" i="0" u="none" strike="noStrike" cap="none" dirty="0">
                <a:solidFill>
                  <a:schemeClr val="dk1"/>
                </a:solidFill>
                <a:latin typeface="Times New Roman"/>
                <a:ea typeface="Times New Roman"/>
                <a:cs typeface="Times New Roman"/>
                <a:sym typeface="Times New Roman"/>
              </a:rPr>
              <a:t>) </a:t>
            </a:r>
            <a:r>
              <a:rPr lang="it-IT" sz="900" b="0" i="0" u="none" strike="noStrike" cap="none" dirty="0" err="1">
                <a:solidFill>
                  <a:schemeClr val="dk1"/>
                </a:solidFill>
                <a:latin typeface="Times New Roman"/>
                <a:ea typeface="Times New Roman"/>
                <a:cs typeface="Times New Roman"/>
                <a:sym typeface="Times New Roman"/>
              </a:rPr>
              <a:t>omp_destroy_lock</a:t>
            </a:r>
            <a:r>
              <a:rPr lang="it-IT" sz="900" b="0" i="0" u="none" strike="noStrike" cap="none" dirty="0">
                <a:solidFill>
                  <a:schemeClr val="dk1"/>
                </a:solidFill>
                <a:latin typeface="Times New Roman"/>
                <a:ea typeface="Times New Roman"/>
                <a:cs typeface="Times New Roman"/>
                <a:sym typeface="Times New Roman"/>
              </a:rPr>
              <a:t>(&amp;l);</a:t>
            </a:r>
            <a:endParaRPr sz="9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1"/>
          <p:cNvSpPr txBox="1">
            <a:spLocks noGrp="1"/>
          </p:cNvSpPr>
          <p:nvPr>
            <p:ph type="body" idx="1"/>
          </p:nvPr>
        </p:nvSpPr>
        <p:spPr>
          <a:xfrm>
            <a:off x="233333" y="4927629"/>
            <a:ext cx="7590300" cy="187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2"/>
              </a:buClr>
              <a:buSzPts val="1100"/>
              <a:buNone/>
            </a:pPr>
            <a:r>
              <a:rPr lang="it"/>
              <a:t>Implementation</a:t>
            </a:r>
            <a:endParaRPr/>
          </a:p>
        </p:txBody>
      </p:sp>
      <p:sp>
        <p:nvSpPr>
          <p:cNvPr id="223" name="Google Shape;223;p11"/>
          <p:cNvSpPr txBox="1">
            <a:spLocks noGrp="1"/>
          </p:cNvSpPr>
          <p:nvPr>
            <p:ph type="title"/>
          </p:nvPr>
        </p:nvSpPr>
        <p:spPr>
          <a:xfrm>
            <a:off x="520051" y="782220"/>
            <a:ext cx="8103900" cy="641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Implementation - Workload Scaling - CB</a:t>
            </a:r>
            <a:endParaRPr/>
          </a:p>
        </p:txBody>
      </p:sp>
      <p:sp>
        <p:nvSpPr>
          <p:cNvPr id="224" name="Google Shape;224;p11"/>
          <p:cNvSpPr txBox="1"/>
          <p:nvPr/>
        </p:nvSpPr>
        <p:spPr>
          <a:xfrm>
            <a:off x="520050" y="1423250"/>
            <a:ext cx="7824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1200"/>
              <a:buFont typeface="Arial"/>
              <a:buNone/>
            </a:pPr>
            <a:r>
              <a:rPr lang="it" sz="1200" b="0" i="0" u="none" strike="noStrike" cap="none">
                <a:solidFill>
                  <a:schemeClr val="dk1"/>
                </a:solidFill>
                <a:latin typeface="Times New Roman"/>
                <a:ea typeface="Times New Roman"/>
                <a:cs typeface="Times New Roman"/>
                <a:sym typeface="Times New Roman"/>
              </a:rPr>
              <a:t>The corpus is divided into chunks with size automatically determined based on thread count. Uses dynamic scheduling for load balancing, with each thread maintaining a local histogram.</a:t>
            </a:r>
            <a:endParaRPr sz="1200" b="0" i="0" u="none" strike="noStrike" cap="none">
              <a:solidFill>
                <a:schemeClr val="dk1"/>
              </a:solidFill>
              <a:latin typeface="Times New Roman"/>
              <a:ea typeface="Times New Roman"/>
              <a:cs typeface="Times New Roman"/>
              <a:sym typeface="Times New Roman"/>
            </a:endParaRPr>
          </a:p>
        </p:txBody>
      </p:sp>
      <p:sp>
        <p:nvSpPr>
          <p:cNvPr id="225" name="Google Shape;225;p11"/>
          <p:cNvSpPr txBox="1"/>
          <p:nvPr/>
        </p:nvSpPr>
        <p:spPr>
          <a:xfrm>
            <a:off x="698950" y="2046200"/>
            <a:ext cx="5798100" cy="2586000"/>
          </a:xfrm>
          <a:prstGeom prst="rect">
            <a:avLst/>
          </a:prstGeom>
          <a:noFill/>
          <a:ln>
            <a:noFill/>
          </a:ln>
        </p:spPr>
        <p:txBody>
          <a:bodyPr spcFirstLastPara="1" wrap="square" lIns="91425" tIns="91425" rIns="91425" bIns="91425" anchor="t" anchorCtr="0">
            <a:spAutoFit/>
          </a:bodyPr>
          <a:lstStyle/>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Calculate adaptive chunk size</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size_t chunk_size = std::max(1000UL, num_ngrams / (num_threads * 6));</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size_t num_chunks = (num_ngrams + chunk_size - 1) / chunk_size;</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#pragma omp parallel num_threads(num_threads)</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Histogram&amp; my_hist = local_hists[omp_get_thread_num()];</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#pragma omp for schedule(dynamic)</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for (size_t chunk_id = 0; chunk_id &lt; num_chunks; ++chunk_id) {</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size_t start = chunk_id * chunk_size;</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size_t end = std::min(start + chunk_size, num_ngrams);</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for (size_t k = start; k &lt; end; ++k) {</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build_ngram_inplace(corpus, k, ngram_size, buffer);</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my_hist[buffer]++;</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a:t>
            </a:r>
            <a:endParaRPr sz="9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2"/>
          <p:cNvSpPr txBox="1">
            <a:spLocks noGrp="1"/>
          </p:cNvSpPr>
          <p:nvPr>
            <p:ph type="body" idx="1"/>
          </p:nvPr>
        </p:nvSpPr>
        <p:spPr>
          <a:xfrm>
            <a:off x="233333" y="4927629"/>
            <a:ext cx="7590300" cy="187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2"/>
              </a:buClr>
              <a:buSzPts val="1100"/>
              <a:buNone/>
            </a:pPr>
            <a:r>
              <a:rPr lang="it"/>
              <a:t>Implementation</a:t>
            </a:r>
            <a:endParaRPr/>
          </a:p>
        </p:txBody>
      </p:sp>
      <p:sp>
        <p:nvSpPr>
          <p:cNvPr id="231" name="Google Shape;231;p12"/>
          <p:cNvSpPr txBox="1">
            <a:spLocks noGrp="1"/>
          </p:cNvSpPr>
          <p:nvPr>
            <p:ph type="title"/>
          </p:nvPr>
        </p:nvSpPr>
        <p:spPr>
          <a:xfrm>
            <a:off x="520051" y="782220"/>
            <a:ext cx="8103900" cy="641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Implementation - Tokenization</a:t>
            </a:r>
            <a:endParaRPr/>
          </a:p>
        </p:txBody>
      </p:sp>
      <p:sp>
        <p:nvSpPr>
          <p:cNvPr id="232" name="Google Shape;232;p12"/>
          <p:cNvSpPr txBox="1"/>
          <p:nvPr/>
        </p:nvSpPr>
        <p:spPr>
          <a:xfrm>
            <a:off x="520050" y="1423250"/>
            <a:ext cx="78246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1200"/>
              <a:buFont typeface="Arial"/>
              <a:buNone/>
            </a:pPr>
            <a:r>
              <a:rPr lang="it" sz="1200" b="0" i="0" u="none" strike="noStrike" cap="none">
                <a:solidFill>
                  <a:schemeClr val="dk1"/>
                </a:solidFill>
                <a:latin typeface="Times New Roman"/>
                <a:ea typeface="Times New Roman"/>
                <a:cs typeface="Times New Roman"/>
                <a:sym typeface="Times New Roman"/>
              </a:rPr>
              <a:t>This function converts raw text to a vector of lowercase words, using SIMD vectorization for character processing.</a:t>
            </a:r>
            <a:endParaRPr sz="1200" b="0" i="0" u="none" strike="noStrike" cap="none">
              <a:solidFill>
                <a:schemeClr val="dk1"/>
              </a:solidFill>
              <a:latin typeface="Times New Roman"/>
              <a:ea typeface="Times New Roman"/>
              <a:cs typeface="Times New Roman"/>
              <a:sym typeface="Times New Roman"/>
            </a:endParaRPr>
          </a:p>
        </p:txBody>
      </p:sp>
      <p:sp>
        <p:nvSpPr>
          <p:cNvPr id="233" name="Google Shape;233;p12"/>
          <p:cNvSpPr txBox="1"/>
          <p:nvPr/>
        </p:nvSpPr>
        <p:spPr>
          <a:xfrm>
            <a:off x="682175" y="1792550"/>
            <a:ext cx="5798100" cy="3093900"/>
          </a:xfrm>
          <a:prstGeom prst="rect">
            <a:avLst/>
          </a:prstGeom>
          <a:noFill/>
          <a:ln>
            <a:noFill/>
          </a:ln>
        </p:spPr>
        <p:txBody>
          <a:bodyPr spcFirstLastPara="1" wrap="square" lIns="91425" tIns="91425" rIns="91425" bIns="91425" anchor="t" anchorCtr="0">
            <a:spAutoFit/>
          </a:bodyPr>
          <a:lstStyle/>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std::vector&lt;std::string&gt; tokenize_text(const std::string&amp; text)</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std::vector&lt;std::string&gt; words;</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std::string processed_text = text;</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#pragma omp simd</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for (size_t i = 0; i &lt; processed_text.length(); ++i)</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processed_text[i] = std::tolower(processed_text[i]);</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#pragma omp simd</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for (size_t i = 0; i &lt; processed_text.length(); ++i)</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char c = processed_text[i];</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if (std::ispunct(c) || c == '\n' || c == '\t')</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processed_text[i] = ' ';</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std::stringstream ss(processed_text);</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std::string word;</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while (ss &gt;&gt; word)</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if (!word.empty())</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words.push_back(word);</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    return words;</a:t>
            </a:r>
            <a:endParaRPr sz="1200" b="0" i="0" u="none" strike="noStrike" cap="none">
              <a:solidFill>
                <a:schemeClr val="dk1"/>
              </a:solidFill>
              <a:latin typeface="Times New Roman"/>
              <a:ea typeface="Times New Roman"/>
              <a:cs typeface="Times New Roman"/>
              <a:sym typeface="Times New Roman"/>
            </a:endParaRPr>
          </a:p>
          <a:p>
            <a:pPr marL="127000" marR="127000" lvl="0" indent="0" algn="l" rtl="0">
              <a:lnSpc>
                <a:spcPct val="100000"/>
              </a:lnSpc>
              <a:spcBef>
                <a:spcPts val="0"/>
              </a:spcBef>
              <a:spcAft>
                <a:spcPts val="0"/>
              </a:spcAft>
              <a:buClr>
                <a:srgbClr val="000000"/>
              </a:buClr>
              <a:buSzPts val="900"/>
              <a:buFont typeface="Arial"/>
              <a:buNone/>
            </a:pPr>
            <a:r>
              <a:rPr lang="it" sz="900" b="0" i="0" u="none" strike="noStrike" cap="none">
                <a:solidFill>
                  <a:schemeClr val="dk1"/>
                </a:solidFill>
                <a:latin typeface="Times New Roman"/>
                <a:ea typeface="Times New Roman"/>
                <a:cs typeface="Times New Roman"/>
                <a:sym typeface="Times New Roman"/>
              </a:rPr>
              <a:t>}</a:t>
            </a:r>
            <a:endParaRPr sz="9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3"/>
          <p:cNvSpPr txBox="1">
            <a:spLocks noGrp="1"/>
          </p:cNvSpPr>
          <p:nvPr>
            <p:ph type="body" idx="1"/>
          </p:nvPr>
        </p:nvSpPr>
        <p:spPr>
          <a:xfrm>
            <a:off x="246583" y="4934254"/>
            <a:ext cx="7590300" cy="18787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2"/>
              </a:buClr>
              <a:buSzPts val="1100"/>
              <a:buNone/>
            </a:pPr>
            <a:r>
              <a:rPr lang="it"/>
              <a:t>Experimental Results</a:t>
            </a:r>
            <a:endParaRPr/>
          </a:p>
        </p:txBody>
      </p:sp>
      <p:sp>
        <p:nvSpPr>
          <p:cNvPr id="239" name="Google Shape;239;p13"/>
          <p:cNvSpPr txBox="1">
            <a:spLocks noGrp="1"/>
          </p:cNvSpPr>
          <p:nvPr>
            <p:ph type="title"/>
          </p:nvPr>
        </p:nvSpPr>
        <p:spPr>
          <a:xfrm>
            <a:off x="520051" y="782220"/>
            <a:ext cx="8103900" cy="641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Experimental Results - Bigrams</a:t>
            </a:r>
            <a:endParaRPr/>
          </a:p>
        </p:txBody>
      </p:sp>
      <p:sp>
        <p:nvSpPr>
          <p:cNvPr id="240" name="Google Shape;240;p13"/>
          <p:cNvSpPr txBox="1"/>
          <p:nvPr/>
        </p:nvSpPr>
        <p:spPr>
          <a:xfrm>
            <a:off x="520050" y="3646200"/>
            <a:ext cx="35163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chemeClr val="dk1"/>
              </a:buClr>
              <a:buSzPts val="1100"/>
              <a:buFont typeface="Arial"/>
              <a:buNone/>
            </a:pPr>
            <a:r>
              <a:rPr lang="it" sz="1200" b="0" i="0" u="none" strike="noStrike" cap="none">
                <a:solidFill>
                  <a:schemeClr val="dk1"/>
                </a:solidFill>
                <a:latin typeface="Times New Roman"/>
                <a:ea typeface="Times New Roman"/>
                <a:cs typeface="Times New Roman"/>
                <a:sym typeface="Times New Roman"/>
              </a:rPr>
              <a:t>All three strategies show similar scaling behavior, reaching maximum speedup around 2.5-2.7x with 8-10 threads. The Hybrid-TLS strategy achieves slightly better peak performance (2.7x at 9 threads). Beyond 10 threads, speedup plateaus due to memory bandwidth saturation.</a:t>
            </a:r>
            <a:endParaRPr sz="1400" b="0" i="0" u="none" strike="noStrike" cap="none">
              <a:solidFill>
                <a:srgbClr val="000000"/>
              </a:solidFill>
              <a:latin typeface="Arial"/>
              <a:ea typeface="Arial"/>
              <a:cs typeface="Arial"/>
              <a:sym typeface="Arial"/>
            </a:endParaRPr>
          </a:p>
        </p:txBody>
      </p:sp>
      <p:pic>
        <p:nvPicPr>
          <p:cNvPr id="241" name="Google Shape;241;p13" title="scaling_speedup.png"/>
          <p:cNvPicPr preferRelativeResize="0"/>
          <p:nvPr/>
        </p:nvPicPr>
        <p:blipFill rotWithShape="1">
          <a:blip r:embed="rId3">
            <a:alphaModFix/>
          </a:blip>
          <a:srcRect/>
          <a:stretch/>
        </p:blipFill>
        <p:spPr>
          <a:xfrm>
            <a:off x="520050" y="1536500"/>
            <a:ext cx="3516168" cy="2109701"/>
          </a:xfrm>
          <a:prstGeom prst="rect">
            <a:avLst/>
          </a:prstGeom>
          <a:noFill/>
          <a:ln>
            <a:noFill/>
          </a:ln>
        </p:spPr>
      </p:pic>
      <p:pic>
        <p:nvPicPr>
          <p:cNvPr id="242" name="Google Shape;242;p13" title="workload_speedup.png"/>
          <p:cNvPicPr preferRelativeResize="0"/>
          <p:nvPr/>
        </p:nvPicPr>
        <p:blipFill rotWithShape="1">
          <a:blip r:embed="rId4">
            <a:alphaModFix/>
          </a:blip>
          <a:srcRect/>
          <a:stretch/>
        </p:blipFill>
        <p:spPr>
          <a:xfrm>
            <a:off x="4410200" y="1536500"/>
            <a:ext cx="3455533" cy="2073320"/>
          </a:xfrm>
          <a:prstGeom prst="rect">
            <a:avLst/>
          </a:prstGeom>
          <a:noFill/>
          <a:ln>
            <a:noFill/>
          </a:ln>
        </p:spPr>
      </p:pic>
      <p:sp>
        <p:nvSpPr>
          <p:cNvPr id="243" name="Google Shape;243;p13"/>
          <p:cNvSpPr txBox="1"/>
          <p:nvPr/>
        </p:nvSpPr>
        <p:spPr>
          <a:xfrm>
            <a:off x="4572000" y="3646200"/>
            <a:ext cx="3516300" cy="11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1200"/>
              <a:buFont typeface="Arial"/>
              <a:buNone/>
            </a:pPr>
            <a:r>
              <a:rPr lang="it" sz="1200" b="0" i="0" u="none" strike="noStrike" cap="none">
                <a:solidFill>
                  <a:schemeClr val="dk1"/>
                </a:solidFill>
                <a:latin typeface="Times New Roman"/>
                <a:ea typeface="Times New Roman"/>
                <a:cs typeface="Times New Roman"/>
                <a:sym typeface="Times New Roman"/>
              </a:rPr>
              <a:t>Document Level achieves the best speedup at high workloads (3.9x at 10x multiplier), followed by Fine-grained-locking (3.3x) and Chunk-based (2.7x). Larger problem sizes better amortize parallelization overhead.</a:t>
            </a:r>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4"/>
          <p:cNvSpPr txBox="1">
            <a:spLocks noGrp="1"/>
          </p:cNvSpPr>
          <p:nvPr>
            <p:ph type="body" idx="1"/>
          </p:nvPr>
        </p:nvSpPr>
        <p:spPr>
          <a:xfrm>
            <a:off x="246583" y="4934254"/>
            <a:ext cx="7590300" cy="1878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2"/>
              </a:buClr>
              <a:buSzPts val="1100"/>
              <a:buNone/>
            </a:pPr>
            <a:r>
              <a:rPr lang="it"/>
              <a:t>Experimental Results</a:t>
            </a:r>
            <a:endParaRPr/>
          </a:p>
        </p:txBody>
      </p:sp>
      <p:sp>
        <p:nvSpPr>
          <p:cNvPr id="249" name="Google Shape;249;p14"/>
          <p:cNvSpPr txBox="1">
            <a:spLocks noGrp="1"/>
          </p:cNvSpPr>
          <p:nvPr>
            <p:ph type="title"/>
          </p:nvPr>
        </p:nvSpPr>
        <p:spPr>
          <a:xfrm>
            <a:off x="520051" y="782220"/>
            <a:ext cx="8103900" cy="641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Experimental Results - Bigrams - Statistics</a:t>
            </a:r>
            <a:endParaRPr/>
          </a:p>
        </p:txBody>
      </p:sp>
      <p:sp>
        <p:nvSpPr>
          <p:cNvPr id="250" name="Google Shape;250;p14"/>
          <p:cNvSpPr txBox="1"/>
          <p:nvPr/>
        </p:nvSpPr>
        <p:spPr>
          <a:xfrm>
            <a:off x="520050" y="3818700"/>
            <a:ext cx="75903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1200"/>
              <a:buFont typeface="Arial"/>
              <a:buNone/>
            </a:pPr>
            <a:r>
              <a:rPr lang="it" sz="1200" b="0" i="0" u="none" strike="noStrike" cap="none">
                <a:solidFill>
                  <a:schemeClr val="dk1"/>
                </a:solidFill>
                <a:latin typeface="Times New Roman"/>
                <a:ea typeface="Times New Roman"/>
                <a:cs typeface="Times New Roman"/>
                <a:sym typeface="Times New Roman"/>
              </a:rPr>
              <a:t>The data closely follows the theoretical Zipf distribution. The histogram shows extreme skewness: over 2.3 million bigrams appear only once.</a:t>
            </a:r>
            <a:endParaRPr sz="1400" b="0" i="0" u="none" strike="noStrike" cap="none">
              <a:solidFill>
                <a:srgbClr val="000000"/>
              </a:solidFill>
              <a:latin typeface="Arial"/>
              <a:ea typeface="Arial"/>
              <a:cs typeface="Arial"/>
              <a:sym typeface="Arial"/>
            </a:endParaRPr>
          </a:p>
        </p:txBody>
      </p:sp>
      <p:pic>
        <p:nvPicPr>
          <p:cNvPr id="251" name="Google Shape;251;p14" title="2gram_zipf.png"/>
          <p:cNvPicPr preferRelativeResize="0"/>
          <p:nvPr/>
        </p:nvPicPr>
        <p:blipFill rotWithShape="1">
          <a:blip r:embed="rId3">
            <a:alphaModFix/>
          </a:blip>
          <a:srcRect/>
          <a:stretch/>
        </p:blipFill>
        <p:spPr>
          <a:xfrm>
            <a:off x="821725" y="1324812"/>
            <a:ext cx="6986947" cy="24938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5"/>
          <p:cNvSpPr txBox="1">
            <a:spLocks noGrp="1"/>
          </p:cNvSpPr>
          <p:nvPr>
            <p:ph type="body" idx="1"/>
          </p:nvPr>
        </p:nvSpPr>
        <p:spPr>
          <a:xfrm>
            <a:off x="246583" y="4934254"/>
            <a:ext cx="7590300" cy="1878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2"/>
              </a:buClr>
              <a:buSzPts val="1100"/>
              <a:buNone/>
            </a:pPr>
            <a:r>
              <a:rPr lang="it"/>
              <a:t>Experimental Results</a:t>
            </a:r>
            <a:endParaRPr/>
          </a:p>
        </p:txBody>
      </p:sp>
      <p:sp>
        <p:nvSpPr>
          <p:cNvPr id="257" name="Google Shape;257;p15"/>
          <p:cNvSpPr txBox="1">
            <a:spLocks noGrp="1"/>
          </p:cNvSpPr>
          <p:nvPr>
            <p:ph type="title"/>
          </p:nvPr>
        </p:nvSpPr>
        <p:spPr>
          <a:xfrm>
            <a:off x="520051" y="782220"/>
            <a:ext cx="8103900" cy="641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Experimental Results - Bigrams - Statistics</a:t>
            </a:r>
            <a:endParaRPr/>
          </a:p>
        </p:txBody>
      </p:sp>
      <p:sp>
        <p:nvSpPr>
          <p:cNvPr id="258" name="Google Shape;258;p15"/>
          <p:cNvSpPr txBox="1"/>
          <p:nvPr/>
        </p:nvSpPr>
        <p:spPr>
          <a:xfrm>
            <a:off x="520050" y="3903450"/>
            <a:ext cx="3565500" cy="923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1200"/>
              <a:buFont typeface="Arial"/>
              <a:buNone/>
            </a:pPr>
            <a:r>
              <a:rPr lang="it" sz="1200" b="0" i="0" u="none" strike="noStrike" cap="none">
                <a:solidFill>
                  <a:schemeClr val="dk1"/>
                </a:solidFill>
                <a:latin typeface="Times New Roman"/>
                <a:ea typeface="Times New Roman"/>
                <a:cs typeface="Times New Roman"/>
                <a:sym typeface="Times New Roman"/>
              </a:rPr>
              <a:t>The most frequent bigram is "of the" with 139,216 occurrences, followed by "in the" (80,627) and "to the" (58,091). These function word combinations dominate English text.</a:t>
            </a:r>
            <a:endParaRPr sz="1200" b="0" i="0" u="none" strike="noStrike" cap="none">
              <a:solidFill>
                <a:schemeClr val="dk1"/>
              </a:solidFill>
              <a:latin typeface="Times New Roman"/>
              <a:ea typeface="Times New Roman"/>
              <a:cs typeface="Times New Roman"/>
              <a:sym typeface="Times New Roman"/>
            </a:endParaRPr>
          </a:p>
        </p:txBody>
      </p:sp>
      <p:pic>
        <p:nvPicPr>
          <p:cNvPr id="259" name="Google Shape;259;p15" title="2gram_top20.png"/>
          <p:cNvPicPr preferRelativeResize="0"/>
          <p:nvPr/>
        </p:nvPicPr>
        <p:blipFill rotWithShape="1">
          <a:blip r:embed="rId3">
            <a:alphaModFix/>
          </a:blip>
          <a:srcRect/>
          <a:stretch/>
        </p:blipFill>
        <p:spPr>
          <a:xfrm>
            <a:off x="520050" y="1526450"/>
            <a:ext cx="3565485" cy="2376999"/>
          </a:xfrm>
          <a:prstGeom prst="rect">
            <a:avLst/>
          </a:prstGeom>
          <a:noFill/>
          <a:ln>
            <a:noFill/>
          </a:ln>
        </p:spPr>
      </p:pic>
      <p:pic>
        <p:nvPicPr>
          <p:cNvPr id="260" name="Google Shape;260;p15" title="2gram_summary.png"/>
          <p:cNvPicPr preferRelativeResize="0"/>
          <p:nvPr/>
        </p:nvPicPr>
        <p:blipFill rotWithShape="1">
          <a:blip r:embed="rId4">
            <a:alphaModFix/>
          </a:blip>
          <a:srcRect/>
          <a:stretch/>
        </p:blipFill>
        <p:spPr>
          <a:xfrm>
            <a:off x="4305742" y="1526450"/>
            <a:ext cx="3692781" cy="2321100"/>
          </a:xfrm>
          <a:prstGeom prst="rect">
            <a:avLst/>
          </a:prstGeom>
          <a:noFill/>
          <a:ln>
            <a:noFill/>
          </a:ln>
        </p:spPr>
      </p:pic>
      <p:sp>
        <p:nvSpPr>
          <p:cNvPr id="261" name="Google Shape;261;p15"/>
          <p:cNvSpPr txBox="1"/>
          <p:nvPr/>
        </p:nvSpPr>
        <p:spPr>
          <a:xfrm>
            <a:off x="4305750" y="3950675"/>
            <a:ext cx="3692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400"/>
              </a:spcBef>
              <a:spcAft>
                <a:spcPts val="1000"/>
              </a:spcAft>
              <a:buClr>
                <a:srgbClr val="000000"/>
              </a:buClr>
              <a:buSzPts val="1200"/>
              <a:buFont typeface="Arial"/>
              <a:buNone/>
            </a:pPr>
            <a:r>
              <a:rPr lang="it" sz="1200" b="0" i="0" u="none" strike="noStrike" cap="none">
                <a:solidFill>
                  <a:schemeClr val="dk1"/>
                </a:solidFill>
                <a:latin typeface="Times New Roman"/>
                <a:ea typeface="Times New Roman"/>
                <a:cs typeface="Times New Roman"/>
                <a:sym typeface="Times New Roman"/>
              </a:rPr>
              <a:t>Key statistics: 18,461,127 total tokens, 3,411,552 unique bigrams, 67.9% hapax ratio, mean frequency 5.41.                 </a:t>
            </a:r>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6"/>
          <p:cNvSpPr txBox="1">
            <a:spLocks noGrp="1"/>
          </p:cNvSpPr>
          <p:nvPr>
            <p:ph type="body" idx="1"/>
          </p:nvPr>
        </p:nvSpPr>
        <p:spPr>
          <a:xfrm>
            <a:off x="246583" y="4934254"/>
            <a:ext cx="7590300" cy="1878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2"/>
              </a:buClr>
              <a:buSzPts val="1100"/>
              <a:buNone/>
            </a:pPr>
            <a:r>
              <a:rPr lang="it"/>
              <a:t>Experimental Results</a:t>
            </a:r>
            <a:endParaRPr/>
          </a:p>
        </p:txBody>
      </p:sp>
      <p:sp>
        <p:nvSpPr>
          <p:cNvPr id="267" name="Google Shape;267;p16"/>
          <p:cNvSpPr txBox="1">
            <a:spLocks noGrp="1"/>
          </p:cNvSpPr>
          <p:nvPr>
            <p:ph type="title"/>
          </p:nvPr>
        </p:nvSpPr>
        <p:spPr>
          <a:xfrm>
            <a:off x="520051" y="782220"/>
            <a:ext cx="8103900" cy="641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Experimental Results - Trigrams</a:t>
            </a:r>
            <a:endParaRPr/>
          </a:p>
        </p:txBody>
      </p:sp>
      <p:sp>
        <p:nvSpPr>
          <p:cNvPr id="268" name="Google Shape;268;p16"/>
          <p:cNvSpPr txBox="1"/>
          <p:nvPr/>
        </p:nvSpPr>
        <p:spPr>
          <a:xfrm>
            <a:off x="520050" y="3646200"/>
            <a:ext cx="35163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1200"/>
              <a:buFont typeface="Arial"/>
              <a:buNone/>
            </a:pPr>
            <a:r>
              <a:rPr lang="it" sz="1200" b="0" i="0" u="none" strike="noStrike" cap="none">
                <a:solidFill>
                  <a:schemeClr val="dk1"/>
                </a:solidFill>
                <a:latin typeface="Times New Roman"/>
                <a:ea typeface="Times New Roman"/>
                <a:cs typeface="Times New Roman"/>
                <a:sym typeface="Times New Roman"/>
              </a:rPr>
              <a:t>Trigram counting shows speedup values below 1.0 for lower thread counts, indicating the parallel overhead exceeds the benefits. Performance improves gradually, reaching approximately 1.0x speedup at 16 threads. This is due to the much larger vocabulary causing significant hash table overhead and cache misses.</a:t>
            </a:r>
            <a:endParaRPr sz="1200" b="0" i="0" u="none" strike="noStrike" cap="none">
              <a:solidFill>
                <a:schemeClr val="dk1"/>
              </a:solidFill>
              <a:latin typeface="Times New Roman"/>
              <a:ea typeface="Times New Roman"/>
              <a:cs typeface="Times New Roman"/>
              <a:sym typeface="Times New Roman"/>
            </a:endParaRPr>
          </a:p>
        </p:txBody>
      </p:sp>
      <p:pic>
        <p:nvPicPr>
          <p:cNvPr id="269" name="Google Shape;269;p16" title="thread_speedup.png"/>
          <p:cNvPicPr preferRelativeResize="0"/>
          <p:nvPr/>
        </p:nvPicPr>
        <p:blipFill rotWithShape="1">
          <a:blip r:embed="rId3">
            <a:alphaModFix/>
          </a:blip>
          <a:srcRect/>
          <a:stretch/>
        </p:blipFill>
        <p:spPr>
          <a:xfrm>
            <a:off x="520050" y="1536500"/>
            <a:ext cx="3516168" cy="2109701"/>
          </a:xfrm>
          <a:prstGeom prst="rect">
            <a:avLst/>
          </a:prstGeom>
          <a:noFill/>
          <a:ln>
            <a:noFill/>
          </a:ln>
        </p:spPr>
      </p:pic>
      <p:pic>
        <p:nvPicPr>
          <p:cNvPr id="270" name="Google Shape;270;p16" title="workload_speedup.png"/>
          <p:cNvPicPr preferRelativeResize="0"/>
          <p:nvPr/>
        </p:nvPicPr>
        <p:blipFill rotWithShape="1">
          <a:blip r:embed="rId4">
            <a:alphaModFix/>
          </a:blip>
          <a:srcRect/>
          <a:stretch/>
        </p:blipFill>
        <p:spPr>
          <a:xfrm>
            <a:off x="4410200" y="1536500"/>
            <a:ext cx="3455533" cy="2073320"/>
          </a:xfrm>
          <a:prstGeom prst="rect">
            <a:avLst/>
          </a:prstGeom>
          <a:noFill/>
          <a:ln>
            <a:noFill/>
          </a:ln>
        </p:spPr>
      </p:pic>
      <p:sp>
        <p:nvSpPr>
          <p:cNvPr id="271" name="Google Shape;271;p16"/>
          <p:cNvSpPr txBox="1"/>
          <p:nvPr/>
        </p:nvSpPr>
        <p:spPr>
          <a:xfrm>
            <a:off x="4572000" y="3646200"/>
            <a:ext cx="35163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1200"/>
              <a:buFont typeface="Arial"/>
              <a:buNone/>
            </a:pPr>
            <a:r>
              <a:rPr lang="it" sz="1200" b="0" i="0" u="none" strike="noStrike" cap="none">
                <a:solidFill>
                  <a:schemeClr val="dk1"/>
                </a:solidFill>
                <a:latin typeface="Times New Roman"/>
                <a:ea typeface="Times New Roman"/>
                <a:cs typeface="Times New Roman"/>
                <a:sym typeface="Times New Roman"/>
              </a:rPr>
              <a:t>Fine-grained-locking performs best for trigrams, reaching 1.95x speedup at 10x workload. This strategy better handles the larger vocabulary by distributing lock contention across shards. Document Level and Chunk-based strategies struggle with the merge overhead of 10M+ entry hash tables.</a:t>
            </a:r>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17"/>
          <p:cNvSpPr txBox="1">
            <a:spLocks noGrp="1"/>
          </p:cNvSpPr>
          <p:nvPr>
            <p:ph type="body" idx="1"/>
          </p:nvPr>
        </p:nvSpPr>
        <p:spPr>
          <a:xfrm>
            <a:off x="246583" y="4934254"/>
            <a:ext cx="7590300" cy="1878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2"/>
              </a:buClr>
              <a:buSzPts val="1100"/>
              <a:buNone/>
            </a:pPr>
            <a:r>
              <a:rPr lang="it"/>
              <a:t>Experimental Results</a:t>
            </a:r>
            <a:endParaRPr/>
          </a:p>
        </p:txBody>
      </p:sp>
      <p:sp>
        <p:nvSpPr>
          <p:cNvPr id="277" name="Google Shape;277;p17"/>
          <p:cNvSpPr txBox="1">
            <a:spLocks noGrp="1"/>
          </p:cNvSpPr>
          <p:nvPr>
            <p:ph type="title"/>
          </p:nvPr>
        </p:nvSpPr>
        <p:spPr>
          <a:xfrm>
            <a:off x="520051" y="782220"/>
            <a:ext cx="8103900" cy="641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Experimental Results - Trigrams - Statistics</a:t>
            </a:r>
            <a:endParaRPr/>
          </a:p>
        </p:txBody>
      </p:sp>
      <p:sp>
        <p:nvSpPr>
          <p:cNvPr id="278" name="Google Shape;278;p17"/>
          <p:cNvSpPr txBox="1"/>
          <p:nvPr/>
        </p:nvSpPr>
        <p:spPr>
          <a:xfrm>
            <a:off x="520050" y="3818700"/>
            <a:ext cx="75903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1200"/>
              <a:buFont typeface="Arial"/>
              <a:buNone/>
            </a:pPr>
            <a:r>
              <a:rPr lang="it" sz="1200" b="0" i="0" u="none" strike="noStrike" cap="none">
                <a:solidFill>
                  <a:schemeClr val="dk1"/>
                </a:solidFill>
                <a:latin typeface="Times New Roman"/>
                <a:ea typeface="Times New Roman"/>
                <a:cs typeface="Times New Roman"/>
                <a:sym typeface="Times New Roman"/>
              </a:rPr>
              <a:t>Trigrams show steeper Zipf decay than bigrams, with the vast majority appearing only once. The frequency histogram is even more skewed, with over 8.5 million hapax legomena.</a:t>
            </a:r>
            <a:endParaRPr sz="1200" b="0" i="0" u="none" strike="noStrike" cap="none">
              <a:solidFill>
                <a:schemeClr val="dk1"/>
              </a:solidFill>
              <a:latin typeface="Times New Roman"/>
              <a:ea typeface="Times New Roman"/>
              <a:cs typeface="Times New Roman"/>
              <a:sym typeface="Times New Roman"/>
            </a:endParaRPr>
          </a:p>
        </p:txBody>
      </p:sp>
      <p:pic>
        <p:nvPicPr>
          <p:cNvPr id="279" name="Google Shape;279;p17" title="3gram_zipf.png"/>
          <p:cNvPicPr preferRelativeResize="0"/>
          <p:nvPr/>
        </p:nvPicPr>
        <p:blipFill rotWithShape="1">
          <a:blip r:embed="rId3">
            <a:alphaModFix/>
          </a:blip>
          <a:srcRect/>
          <a:stretch/>
        </p:blipFill>
        <p:spPr>
          <a:xfrm>
            <a:off x="821725" y="1324812"/>
            <a:ext cx="6986947" cy="24938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8"/>
          <p:cNvSpPr txBox="1">
            <a:spLocks noGrp="1"/>
          </p:cNvSpPr>
          <p:nvPr>
            <p:ph type="body" idx="1"/>
          </p:nvPr>
        </p:nvSpPr>
        <p:spPr>
          <a:xfrm>
            <a:off x="246583" y="4934254"/>
            <a:ext cx="7590300" cy="1878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2"/>
              </a:buClr>
              <a:buSzPts val="1100"/>
              <a:buNone/>
            </a:pPr>
            <a:r>
              <a:rPr lang="it"/>
              <a:t>Experimental Results</a:t>
            </a:r>
            <a:endParaRPr/>
          </a:p>
        </p:txBody>
      </p:sp>
      <p:sp>
        <p:nvSpPr>
          <p:cNvPr id="285" name="Google Shape;285;p18"/>
          <p:cNvSpPr txBox="1">
            <a:spLocks noGrp="1"/>
          </p:cNvSpPr>
          <p:nvPr>
            <p:ph type="title"/>
          </p:nvPr>
        </p:nvSpPr>
        <p:spPr>
          <a:xfrm>
            <a:off x="520051" y="782220"/>
            <a:ext cx="8103900" cy="6411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2400"/>
              <a:buFont typeface="Verdana"/>
              <a:buNone/>
            </a:pPr>
            <a:r>
              <a:rPr lang="it"/>
              <a:t>Experimental Results - Bigrams - Statistics</a:t>
            </a:r>
            <a:endParaRPr/>
          </a:p>
        </p:txBody>
      </p:sp>
      <p:sp>
        <p:nvSpPr>
          <p:cNvPr id="286" name="Google Shape;286;p18"/>
          <p:cNvSpPr txBox="1"/>
          <p:nvPr/>
        </p:nvSpPr>
        <p:spPr>
          <a:xfrm>
            <a:off x="520050" y="3903450"/>
            <a:ext cx="3565500" cy="923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1200"/>
              <a:buFont typeface="Arial"/>
              <a:buNone/>
            </a:pPr>
            <a:r>
              <a:rPr lang="it" sz="1200" b="0" i="0" u="none" strike="noStrike" cap="none">
                <a:solidFill>
                  <a:schemeClr val="dk1"/>
                </a:solidFill>
                <a:latin typeface="Times New Roman"/>
                <a:ea typeface="Times New Roman"/>
                <a:cs typeface="Times New Roman"/>
                <a:sym typeface="Times New Roman"/>
              </a:rPr>
              <a:t>The most frequent trigram is "out of the" with 4,058 occurrences, followed by phrases like "one of the" (3,828) and "as well as" (2,794). Unlike bigrams, trigrams show more semantic content.</a:t>
            </a:r>
            <a:endParaRPr sz="1200" b="0" i="0" u="none" strike="noStrike" cap="none">
              <a:solidFill>
                <a:schemeClr val="dk1"/>
              </a:solidFill>
              <a:latin typeface="Times New Roman"/>
              <a:ea typeface="Times New Roman"/>
              <a:cs typeface="Times New Roman"/>
              <a:sym typeface="Times New Roman"/>
            </a:endParaRPr>
          </a:p>
        </p:txBody>
      </p:sp>
      <p:pic>
        <p:nvPicPr>
          <p:cNvPr id="287" name="Google Shape;287;p18" title="3gram_top20.png"/>
          <p:cNvPicPr preferRelativeResize="0"/>
          <p:nvPr/>
        </p:nvPicPr>
        <p:blipFill rotWithShape="1">
          <a:blip r:embed="rId3">
            <a:alphaModFix/>
          </a:blip>
          <a:srcRect/>
          <a:stretch/>
        </p:blipFill>
        <p:spPr>
          <a:xfrm>
            <a:off x="520050" y="1526450"/>
            <a:ext cx="3565485" cy="2376999"/>
          </a:xfrm>
          <a:prstGeom prst="rect">
            <a:avLst/>
          </a:prstGeom>
          <a:noFill/>
          <a:ln>
            <a:noFill/>
          </a:ln>
        </p:spPr>
      </p:pic>
      <p:pic>
        <p:nvPicPr>
          <p:cNvPr id="288" name="Google Shape;288;p18" title="3gram_summary.png"/>
          <p:cNvPicPr preferRelativeResize="0"/>
          <p:nvPr/>
        </p:nvPicPr>
        <p:blipFill rotWithShape="1">
          <a:blip r:embed="rId4">
            <a:alphaModFix/>
          </a:blip>
          <a:srcRect/>
          <a:stretch/>
        </p:blipFill>
        <p:spPr>
          <a:xfrm>
            <a:off x="4305825" y="1526450"/>
            <a:ext cx="3692700" cy="2377001"/>
          </a:xfrm>
          <a:prstGeom prst="rect">
            <a:avLst/>
          </a:prstGeom>
          <a:noFill/>
          <a:ln>
            <a:noFill/>
          </a:ln>
        </p:spPr>
      </p:pic>
      <p:sp>
        <p:nvSpPr>
          <p:cNvPr id="289" name="Google Shape;289;p18"/>
          <p:cNvSpPr txBox="1"/>
          <p:nvPr/>
        </p:nvSpPr>
        <p:spPr>
          <a:xfrm>
            <a:off x="4305750" y="3950675"/>
            <a:ext cx="4036200" cy="923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600"/>
              </a:spcAft>
              <a:buClr>
                <a:srgbClr val="000000"/>
              </a:buClr>
              <a:buSzPts val="1200"/>
              <a:buFont typeface="Arial"/>
              <a:buNone/>
            </a:pPr>
            <a:r>
              <a:rPr lang="it" sz="1200" b="0" i="0" u="none" strike="noStrike" cap="none">
                <a:solidFill>
                  <a:schemeClr val="dk1"/>
                </a:solidFill>
                <a:latin typeface="Times New Roman"/>
                <a:ea typeface="Times New Roman"/>
                <a:cs typeface="Times New Roman"/>
                <a:sym typeface="Times New Roman"/>
              </a:rPr>
              <a:t>Key statistics: 18,461,126 total tokens, 10,309,682 unique trigrams (3x more than bigrams), 83.0% hapax ratio (vs 67.9% for bigrams), mean frequency only 1.79. The much larger vocabulary explains the reduced parallel efficiency.              </a:t>
            </a:r>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9"/>
          <p:cNvSpPr txBox="1">
            <a:spLocks noGrp="1"/>
          </p:cNvSpPr>
          <p:nvPr>
            <p:ph type="title"/>
          </p:nvPr>
        </p:nvSpPr>
        <p:spPr>
          <a:xfrm>
            <a:off x="698648" y="1206936"/>
            <a:ext cx="8261400" cy="70582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500"/>
              <a:buFont typeface="Verdana"/>
              <a:buNone/>
            </a:pPr>
            <a:r>
              <a:rPr lang="it"/>
              <a:t>Conclusion</a:t>
            </a:r>
            <a:endParaRPr/>
          </a:p>
        </p:txBody>
      </p:sp>
      <p:sp>
        <p:nvSpPr>
          <p:cNvPr id="296" name="Google Shape;296;p19"/>
          <p:cNvSpPr txBox="1">
            <a:spLocks noGrp="1"/>
          </p:cNvSpPr>
          <p:nvPr>
            <p:ph type="body" idx="1"/>
          </p:nvPr>
        </p:nvSpPr>
        <p:spPr>
          <a:xfrm>
            <a:off x="0" y="4956900"/>
            <a:ext cx="9264600" cy="186600"/>
          </a:xfrm>
          <a:prstGeom prst="rect">
            <a:avLst/>
          </a:prstGeom>
          <a:solidFill>
            <a:schemeClr val="lt1"/>
          </a:solid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4C7E"/>
              </a:buClr>
              <a:buSzPts val="1000"/>
              <a:buNone/>
            </a:pPr>
            <a:r>
              <a:rPr lang="it" sz="1100"/>
              <a:t>Conclusione</a:t>
            </a:r>
            <a:endParaRPr sz="1100"/>
          </a:p>
        </p:txBody>
      </p:sp>
    </p:spTree>
  </p:cSld>
  <p:clrMapOvr>
    <a:masterClrMapping/>
  </p:clrMapOvr>
</p:sld>
</file>

<file path=ppt/theme/theme1.xml><?xml version="1.0" encoding="utf-8"?>
<a:theme xmlns:a="http://schemas.openxmlformats.org/drawingml/2006/main" name="Template UniFI">
  <a:themeElements>
    <a:clrScheme name="UniFi">
      <a:dk1>
        <a:srgbClr val="000000"/>
      </a:dk1>
      <a:lt1>
        <a:srgbClr val="FEFFFF"/>
      </a:lt1>
      <a:dk2>
        <a:srgbClr val="000000"/>
      </a:dk2>
      <a:lt2>
        <a:srgbClr val="FFFFFF"/>
      </a:lt2>
      <a:accent1>
        <a:srgbClr val="004C7E"/>
      </a:accent1>
      <a:accent2>
        <a:srgbClr val="6D8AAF"/>
      </a:accent2>
      <a:accent3>
        <a:srgbClr val="455C79"/>
      </a:accent3>
      <a:accent4>
        <a:srgbClr val="273583"/>
      </a:accent4>
      <a:accent5>
        <a:srgbClr val="A64040"/>
      </a:accent5>
      <a:accent6>
        <a:srgbClr val="931B17"/>
      </a:accent6>
      <a:hlink>
        <a:srgbClr val="004C7E"/>
      </a:hlink>
      <a:folHlink>
        <a:srgbClr val="84010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2254</Words>
  <Application>Microsoft Office PowerPoint</Application>
  <PresentationFormat>Presentazione su schermo (16:9)</PresentationFormat>
  <Paragraphs>220</Paragraphs>
  <Slides>19</Slides>
  <Notes>19</Notes>
  <HiddenSlides>0</HiddenSlides>
  <MMClips>0</MMClips>
  <ScaleCrop>false</ScaleCrop>
  <HeadingPairs>
    <vt:vector size="6" baseType="variant">
      <vt:variant>
        <vt:lpstr>Caratteri utilizzati</vt:lpstr>
      </vt:variant>
      <vt:variant>
        <vt:i4>6</vt:i4>
      </vt:variant>
      <vt:variant>
        <vt:lpstr>Tema</vt:lpstr>
      </vt:variant>
      <vt:variant>
        <vt:i4>2</vt:i4>
      </vt:variant>
      <vt:variant>
        <vt:lpstr>Titoli diapositive</vt:lpstr>
      </vt:variant>
      <vt:variant>
        <vt:i4>19</vt:i4>
      </vt:variant>
    </vt:vector>
  </HeadingPairs>
  <TitlesOfParts>
    <vt:vector size="27" baseType="lpstr">
      <vt:lpstr>Arial</vt:lpstr>
      <vt:lpstr>Calibri</vt:lpstr>
      <vt:lpstr>Courier New</vt:lpstr>
      <vt:lpstr>Fira Sans</vt:lpstr>
      <vt:lpstr>Times New Roman</vt:lpstr>
      <vt:lpstr>Verdana</vt:lpstr>
      <vt:lpstr>Template UniFI</vt:lpstr>
      <vt:lpstr>Simple Light</vt:lpstr>
      <vt:lpstr>N-gram Histogram Computation</vt:lpstr>
      <vt:lpstr>Introduction - Problem Statement</vt:lpstr>
      <vt:lpstr>Theoretical Background</vt:lpstr>
      <vt:lpstr>Architecture</vt:lpstr>
      <vt:lpstr>Implementation - Sequential</vt:lpstr>
      <vt:lpstr>Implementation - Thread Scaling - SR TLS</vt:lpstr>
      <vt:lpstr>Implementation - Thread Scaling - On the Fly</vt:lpstr>
      <vt:lpstr>Implementation - Thread Scaling - HP TLS</vt:lpstr>
      <vt:lpstr>Implementation - Workload Scaling - DL</vt:lpstr>
      <vt:lpstr>Implementation - Workload Scaling - FGL</vt:lpstr>
      <vt:lpstr>Implementation - Workload Scaling - CB</vt:lpstr>
      <vt:lpstr>Implementation - Tokenization</vt:lpstr>
      <vt:lpstr>Experimental Results - Bigrams</vt:lpstr>
      <vt:lpstr>Experimental Results - Bigrams - Statistics</vt:lpstr>
      <vt:lpstr>Experimental Results - Bigrams - Statistics</vt:lpstr>
      <vt:lpstr>Experimental Results - Trigrams</vt:lpstr>
      <vt:lpstr>Experimental Results - Trigrams - Statistics</vt:lpstr>
      <vt:lpstr>Experimental Results - Bigrams - Statistics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Mattia Manneschi</cp:lastModifiedBy>
  <cp:revision>1</cp:revision>
  <dcterms:modified xsi:type="dcterms:W3CDTF">2026-02-08T15:03:11Z</dcterms:modified>
</cp:coreProperties>
</file>