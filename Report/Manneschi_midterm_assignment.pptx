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 id="214748365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26" roundtripDataSignature="AMtx7miDvuPVase3j0M3AnEKBvp/J+GkO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26" Type="http://customschemas.google.com/relationships/presentationmetadata" Target="metadata"/><Relationship Id="rId25" Type="http://schemas.openxmlformats.org/officeDocument/2006/relationships/slide" Target="slides/slide19.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 name="Google Shape;141;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142" name="Google Shape;142;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it"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 name="Google Shape;149;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150" name="Google Shape;150;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it"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p3:notes"/>
          <p:cNvSpPr txBox="1"/>
          <p:nvPr>
            <p:ph idx="1" type="body"/>
          </p:nvPr>
        </p:nvSpPr>
        <p:spPr>
          <a:xfrm>
            <a:off x="685800" y="4400550"/>
            <a:ext cx="5486400" cy="360045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57" name="Google Shape;157;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 name="Shape 163"/>
        <p:cNvGrpSpPr/>
        <p:nvPr/>
      </p:nvGrpSpPr>
      <p:grpSpPr>
        <a:xfrm>
          <a:off x="0" y="0"/>
          <a:ext cx="0" cy="0"/>
          <a:chOff x="0" y="0"/>
          <a:chExt cx="0" cy="0"/>
        </a:xfrm>
      </p:grpSpPr>
      <p:sp>
        <p:nvSpPr>
          <p:cNvPr id="164" name="Google Shape;164;p4: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65" name="Google Shape;165;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p5: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72" name="Google Shape;172;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p6: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80" name="Google Shape;180;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7: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88" name="Google Shape;18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p8: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96" name="Google Shape;19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p9: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04" name="Google Shape;204;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12" name="Google Shape;212;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p11: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20" name="Google Shape;220;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p12: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28" name="Google Shape;228;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p13: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36" name="Google Shape;236;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p14: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46" name="Google Shape;246;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p15: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54" name="Google Shape;254;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p16: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64" name="Google Shape;264;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p17: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74" name="Google Shape;274;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p18: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82" name="Google Shape;28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0" name="Shape 290"/>
        <p:cNvGrpSpPr/>
        <p:nvPr/>
      </p:nvGrpSpPr>
      <p:grpSpPr>
        <a:xfrm>
          <a:off x="0" y="0"/>
          <a:ext cx="0" cy="0"/>
          <a:chOff x="0" y="0"/>
          <a:chExt cx="0" cy="0"/>
        </a:xfrm>
      </p:grpSpPr>
      <p:sp>
        <p:nvSpPr>
          <p:cNvPr id="291" name="Google Shape;291;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2" name="Google Shape;292;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293" name="Google Shape;293;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it"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2.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4.png"/><Relationship Id="rId4" Type="http://schemas.openxmlformats.org/officeDocument/2006/relationships/image" Target="../media/image9.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2.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2.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2.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2.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pertina">
  <p:cSld name="Copertina">
    <p:bg>
      <p:bgPr>
        <a:solidFill>
          <a:schemeClr val="lt1"/>
        </a:solidFill>
      </p:bgPr>
    </p:bg>
    <p:spTree>
      <p:nvGrpSpPr>
        <p:cNvPr id="6" name="Shape 6"/>
        <p:cNvGrpSpPr/>
        <p:nvPr/>
      </p:nvGrpSpPr>
      <p:grpSpPr>
        <a:xfrm>
          <a:off x="0" y="0"/>
          <a:ext cx="0" cy="0"/>
          <a:chOff x="0" y="0"/>
          <a:chExt cx="0" cy="0"/>
        </a:xfrm>
      </p:grpSpPr>
      <p:sp>
        <p:nvSpPr>
          <p:cNvPr id="7" name="Google Shape;7;p21"/>
          <p:cNvSpPr/>
          <p:nvPr/>
        </p:nvSpPr>
        <p:spPr>
          <a:xfrm>
            <a:off x="0" y="1"/>
            <a:ext cx="9144000" cy="5143500"/>
          </a:xfrm>
          <a:prstGeom prst="rect">
            <a:avLst/>
          </a:prstGeom>
          <a:solidFill>
            <a:srgbClr val="004C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 name="Google Shape;8;p21"/>
          <p:cNvSpPr txBox="1"/>
          <p:nvPr>
            <p:ph type="title"/>
          </p:nvPr>
        </p:nvSpPr>
        <p:spPr>
          <a:xfrm>
            <a:off x="1257300" y="1425255"/>
            <a:ext cx="7043738" cy="942899"/>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lt1"/>
              </a:buClr>
              <a:buSzPts val="3500"/>
              <a:buFont typeface="Verdana"/>
              <a:buNone/>
              <a:defRPr b="1" i="0" sz="3500" u="none" cap="none" strike="noStrike">
                <a:solidFill>
                  <a:schemeClr val="lt1"/>
                </a:solidFill>
                <a:latin typeface="Verdana"/>
                <a:ea typeface="Verdana"/>
                <a:cs typeface="Verdana"/>
                <a:sym typeface="Verdana"/>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9" name="Google Shape;9;p21"/>
          <p:cNvSpPr txBox="1"/>
          <p:nvPr>
            <p:ph idx="1" type="body"/>
          </p:nvPr>
        </p:nvSpPr>
        <p:spPr>
          <a:xfrm>
            <a:off x="1257300" y="2416372"/>
            <a:ext cx="7043738" cy="728663"/>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chemeClr val="lt1"/>
              </a:buClr>
              <a:buSzPts val="2500"/>
              <a:buFont typeface="Arial"/>
              <a:buNone/>
              <a:defRPr b="0" i="0" sz="2500" u="none" cap="none" strike="noStrike">
                <a:solidFill>
                  <a:schemeClr val="lt1"/>
                </a:solidFill>
                <a:latin typeface="Verdana"/>
                <a:ea typeface="Verdana"/>
                <a:cs typeface="Verdana"/>
                <a:sym typeface="Verdana"/>
              </a:defRPr>
            </a:lvl1pPr>
            <a:lvl2pPr indent="-419100" lvl="1" marL="914400" marR="0" rtl="0" algn="l">
              <a:lnSpc>
                <a:spcPct val="90000"/>
              </a:lnSpc>
              <a:spcBef>
                <a:spcPts val="500"/>
              </a:spcBef>
              <a:spcAft>
                <a:spcPts val="0"/>
              </a:spcAft>
              <a:buClr>
                <a:schemeClr val="lt1"/>
              </a:buClr>
              <a:buSzPts val="3000"/>
              <a:buFont typeface="Arial"/>
              <a:buChar char="•"/>
              <a:defRPr b="0" i="0" sz="3000" u="none" cap="none" strike="noStrike">
                <a:solidFill>
                  <a:schemeClr val="lt1"/>
                </a:solidFill>
                <a:latin typeface="Verdana"/>
                <a:ea typeface="Verdana"/>
                <a:cs typeface="Verdana"/>
                <a:sym typeface="Verdana"/>
              </a:defRPr>
            </a:lvl2pPr>
            <a:lvl3pPr indent="-419100" lvl="2" marL="1371600" marR="0" rtl="0" algn="l">
              <a:lnSpc>
                <a:spcPct val="90000"/>
              </a:lnSpc>
              <a:spcBef>
                <a:spcPts val="500"/>
              </a:spcBef>
              <a:spcAft>
                <a:spcPts val="0"/>
              </a:spcAft>
              <a:buClr>
                <a:schemeClr val="lt1"/>
              </a:buClr>
              <a:buSzPts val="3000"/>
              <a:buFont typeface="Arial"/>
              <a:buChar char="•"/>
              <a:defRPr b="0" i="0" sz="3000" u="none" cap="none" strike="noStrike">
                <a:solidFill>
                  <a:schemeClr val="lt1"/>
                </a:solidFill>
                <a:latin typeface="Verdana"/>
                <a:ea typeface="Verdana"/>
                <a:cs typeface="Verdana"/>
                <a:sym typeface="Verdana"/>
              </a:defRPr>
            </a:lvl3pPr>
            <a:lvl4pPr indent="-419100" lvl="3" marL="1828800" marR="0" rtl="0" algn="l">
              <a:lnSpc>
                <a:spcPct val="90000"/>
              </a:lnSpc>
              <a:spcBef>
                <a:spcPts val="500"/>
              </a:spcBef>
              <a:spcAft>
                <a:spcPts val="0"/>
              </a:spcAft>
              <a:buClr>
                <a:schemeClr val="lt1"/>
              </a:buClr>
              <a:buSzPts val="3000"/>
              <a:buFont typeface="Arial"/>
              <a:buChar char="•"/>
              <a:defRPr b="0" i="0" sz="3000" u="none" cap="none" strike="noStrike">
                <a:solidFill>
                  <a:schemeClr val="lt1"/>
                </a:solidFill>
                <a:latin typeface="Verdana"/>
                <a:ea typeface="Verdana"/>
                <a:cs typeface="Verdana"/>
                <a:sym typeface="Verdana"/>
              </a:defRPr>
            </a:lvl4pPr>
            <a:lvl5pPr indent="-419100" lvl="4" marL="2286000" marR="0" rtl="0" algn="l">
              <a:lnSpc>
                <a:spcPct val="90000"/>
              </a:lnSpc>
              <a:spcBef>
                <a:spcPts val="500"/>
              </a:spcBef>
              <a:spcAft>
                <a:spcPts val="0"/>
              </a:spcAft>
              <a:buClr>
                <a:schemeClr val="lt1"/>
              </a:buClr>
              <a:buSzPts val="3000"/>
              <a:buFont typeface="Arial"/>
              <a:buChar char="•"/>
              <a:defRPr b="0" i="0" sz="3000" u="none" cap="none" strike="noStrike">
                <a:solidFill>
                  <a:schemeClr val="lt1"/>
                </a:solidFill>
                <a:latin typeface="Verdana"/>
                <a:ea typeface="Verdana"/>
                <a:cs typeface="Verdana"/>
                <a:sym typeface="Verdana"/>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0" name="Google Shape;10;p21"/>
          <p:cNvSpPr/>
          <p:nvPr/>
        </p:nvSpPr>
        <p:spPr>
          <a:xfrm>
            <a:off x="0" y="4120157"/>
            <a:ext cx="5379244" cy="26789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 name="Google Shape;11;p21"/>
          <p:cNvSpPr txBox="1"/>
          <p:nvPr>
            <p:ph idx="2" type="body"/>
          </p:nvPr>
        </p:nvSpPr>
        <p:spPr>
          <a:xfrm>
            <a:off x="1200945" y="4120158"/>
            <a:ext cx="4178299" cy="26789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rgbClr val="004C7E"/>
              </a:buClr>
              <a:buSzPts val="2000"/>
              <a:buFont typeface="Arial"/>
              <a:buNone/>
              <a:defRPr b="1" i="0" sz="2000" u="none" cap="none" strike="noStrike">
                <a:solidFill>
                  <a:srgbClr val="004C7E"/>
                </a:solidFill>
                <a:latin typeface="Verdana"/>
                <a:ea typeface="Verdana"/>
                <a:cs typeface="Verdana"/>
                <a:sym typeface="Verdana"/>
              </a:defRPr>
            </a:lvl1pPr>
            <a:lvl2pPr indent="-381000" lvl="1" marL="914400" marR="0" rtl="0" algn="l">
              <a:lnSpc>
                <a:spcPct val="90000"/>
              </a:lnSpc>
              <a:spcBef>
                <a:spcPts val="500"/>
              </a:spcBef>
              <a:spcAft>
                <a:spcPts val="0"/>
              </a:spcAft>
              <a:buClr>
                <a:srgbClr val="004C7E"/>
              </a:buClr>
              <a:buSzPts val="2400"/>
              <a:buFont typeface="Arial"/>
              <a:buChar char="•"/>
              <a:defRPr b="0" i="0" sz="2400" u="none" cap="none" strike="noStrike">
                <a:solidFill>
                  <a:srgbClr val="004C7E"/>
                </a:solidFill>
                <a:latin typeface="Calibri"/>
                <a:ea typeface="Calibri"/>
                <a:cs typeface="Calibri"/>
                <a:sym typeface="Calibri"/>
              </a:defRPr>
            </a:lvl2pPr>
            <a:lvl3pPr indent="-355600" lvl="2" marL="1371600" marR="0" rtl="0" algn="l">
              <a:lnSpc>
                <a:spcPct val="90000"/>
              </a:lnSpc>
              <a:spcBef>
                <a:spcPts val="500"/>
              </a:spcBef>
              <a:spcAft>
                <a:spcPts val="0"/>
              </a:spcAft>
              <a:buClr>
                <a:srgbClr val="004C7E"/>
              </a:buClr>
              <a:buSzPts val="2000"/>
              <a:buFont typeface="Arial"/>
              <a:buChar char="•"/>
              <a:defRPr b="0" i="0" sz="2000" u="none" cap="none" strike="noStrike">
                <a:solidFill>
                  <a:srgbClr val="004C7E"/>
                </a:solidFill>
                <a:latin typeface="Calibri"/>
                <a:ea typeface="Calibri"/>
                <a:cs typeface="Calibri"/>
                <a:sym typeface="Calibri"/>
              </a:defRPr>
            </a:lvl3pPr>
            <a:lvl4pPr indent="-342900" lvl="3" marL="1828800" marR="0" rtl="0" algn="l">
              <a:lnSpc>
                <a:spcPct val="90000"/>
              </a:lnSpc>
              <a:spcBef>
                <a:spcPts val="500"/>
              </a:spcBef>
              <a:spcAft>
                <a:spcPts val="0"/>
              </a:spcAft>
              <a:buClr>
                <a:srgbClr val="004C7E"/>
              </a:buClr>
              <a:buSzPts val="1800"/>
              <a:buFont typeface="Arial"/>
              <a:buChar char="•"/>
              <a:defRPr b="0" i="0" sz="1800" u="none" cap="none" strike="noStrike">
                <a:solidFill>
                  <a:srgbClr val="004C7E"/>
                </a:solidFill>
                <a:latin typeface="Calibri"/>
                <a:ea typeface="Calibri"/>
                <a:cs typeface="Calibri"/>
                <a:sym typeface="Calibri"/>
              </a:defRPr>
            </a:lvl4pPr>
            <a:lvl5pPr indent="-342900" lvl="4" marL="2286000" marR="0" rtl="0" algn="l">
              <a:lnSpc>
                <a:spcPct val="90000"/>
              </a:lnSpc>
              <a:spcBef>
                <a:spcPts val="500"/>
              </a:spcBef>
              <a:spcAft>
                <a:spcPts val="0"/>
              </a:spcAft>
              <a:buClr>
                <a:srgbClr val="004C7E"/>
              </a:buClr>
              <a:buSzPts val="1800"/>
              <a:buFont typeface="Arial"/>
              <a:buChar char="•"/>
              <a:defRPr b="0" i="0" sz="1800" u="none" cap="none" strike="noStrike">
                <a:solidFill>
                  <a:srgbClr val="004C7E"/>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 name="Google Shape;12;p21"/>
          <p:cNvSpPr txBox="1"/>
          <p:nvPr>
            <p:ph idx="3" type="body"/>
          </p:nvPr>
        </p:nvSpPr>
        <p:spPr>
          <a:xfrm>
            <a:off x="1200944" y="4388048"/>
            <a:ext cx="4178299" cy="26789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chemeClr val="lt1"/>
              </a:buClr>
              <a:buSzPts val="1400"/>
              <a:buFont typeface="Arial"/>
              <a:buNone/>
              <a:defRPr b="0" i="0" sz="1400" u="none" cap="none" strike="noStrike">
                <a:solidFill>
                  <a:schemeClr val="lt1"/>
                </a:solidFill>
                <a:latin typeface="Verdana"/>
                <a:ea typeface="Verdana"/>
                <a:cs typeface="Verdana"/>
                <a:sym typeface="Verdana"/>
              </a:defRPr>
            </a:lvl1pPr>
            <a:lvl2pPr indent="-381000" lvl="1" marL="914400" marR="0" rtl="0" algn="l">
              <a:lnSpc>
                <a:spcPct val="90000"/>
              </a:lnSpc>
              <a:spcBef>
                <a:spcPts val="500"/>
              </a:spcBef>
              <a:spcAft>
                <a:spcPts val="0"/>
              </a:spcAft>
              <a:buClr>
                <a:srgbClr val="004C7E"/>
              </a:buClr>
              <a:buSzPts val="2400"/>
              <a:buFont typeface="Arial"/>
              <a:buChar char="•"/>
              <a:defRPr b="0" i="0" sz="2400" u="none" cap="none" strike="noStrike">
                <a:solidFill>
                  <a:srgbClr val="004C7E"/>
                </a:solidFill>
                <a:latin typeface="Calibri"/>
                <a:ea typeface="Calibri"/>
                <a:cs typeface="Calibri"/>
                <a:sym typeface="Calibri"/>
              </a:defRPr>
            </a:lvl2pPr>
            <a:lvl3pPr indent="-355600" lvl="2" marL="1371600" marR="0" rtl="0" algn="l">
              <a:lnSpc>
                <a:spcPct val="90000"/>
              </a:lnSpc>
              <a:spcBef>
                <a:spcPts val="500"/>
              </a:spcBef>
              <a:spcAft>
                <a:spcPts val="0"/>
              </a:spcAft>
              <a:buClr>
                <a:srgbClr val="004C7E"/>
              </a:buClr>
              <a:buSzPts val="2000"/>
              <a:buFont typeface="Arial"/>
              <a:buChar char="•"/>
              <a:defRPr b="0" i="0" sz="2000" u="none" cap="none" strike="noStrike">
                <a:solidFill>
                  <a:srgbClr val="004C7E"/>
                </a:solidFill>
                <a:latin typeface="Calibri"/>
                <a:ea typeface="Calibri"/>
                <a:cs typeface="Calibri"/>
                <a:sym typeface="Calibri"/>
              </a:defRPr>
            </a:lvl3pPr>
            <a:lvl4pPr indent="-342900" lvl="3" marL="1828800" marR="0" rtl="0" algn="l">
              <a:lnSpc>
                <a:spcPct val="90000"/>
              </a:lnSpc>
              <a:spcBef>
                <a:spcPts val="500"/>
              </a:spcBef>
              <a:spcAft>
                <a:spcPts val="0"/>
              </a:spcAft>
              <a:buClr>
                <a:srgbClr val="004C7E"/>
              </a:buClr>
              <a:buSzPts val="1800"/>
              <a:buFont typeface="Arial"/>
              <a:buChar char="•"/>
              <a:defRPr b="0" i="0" sz="1800" u="none" cap="none" strike="noStrike">
                <a:solidFill>
                  <a:srgbClr val="004C7E"/>
                </a:solidFill>
                <a:latin typeface="Calibri"/>
                <a:ea typeface="Calibri"/>
                <a:cs typeface="Calibri"/>
                <a:sym typeface="Calibri"/>
              </a:defRPr>
            </a:lvl4pPr>
            <a:lvl5pPr indent="-342900" lvl="4" marL="2286000" marR="0" rtl="0" algn="l">
              <a:lnSpc>
                <a:spcPct val="90000"/>
              </a:lnSpc>
              <a:spcBef>
                <a:spcPts val="500"/>
              </a:spcBef>
              <a:spcAft>
                <a:spcPts val="0"/>
              </a:spcAft>
              <a:buClr>
                <a:srgbClr val="004C7E"/>
              </a:buClr>
              <a:buSzPts val="1800"/>
              <a:buFont typeface="Arial"/>
              <a:buChar char="•"/>
              <a:defRPr b="0" i="0" sz="1800" u="none" cap="none" strike="noStrike">
                <a:solidFill>
                  <a:srgbClr val="004C7E"/>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pic>
        <p:nvPicPr>
          <p:cNvPr descr="HR Excellence in Research" id="13" name="Google Shape;13;p21"/>
          <p:cNvPicPr preferRelativeResize="0"/>
          <p:nvPr/>
        </p:nvPicPr>
        <p:blipFill rotWithShape="1">
          <a:blip r:embed="rId2">
            <a:alphaModFix/>
          </a:blip>
          <a:srcRect b="0" l="0" r="0" t="0"/>
          <a:stretch/>
        </p:blipFill>
        <p:spPr>
          <a:xfrm>
            <a:off x="7556500" y="0"/>
            <a:ext cx="1190625" cy="1028700"/>
          </a:xfrm>
          <a:prstGeom prst="rect">
            <a:avLst/>
          </a:prstGeom>
          <a:noFill/>
          <a:ln>
            <a:noFill/>
          </a:ln>
        </p:spPr>
      </p:pic>
      <p:pic>
        <p:nvPicPr>
          <p:cNvPr descr="Università degli Studi di Firenze. Da un secolo, oltre." id="14" name="Google Shape;14;p21"/>
          <p:cNvPicPr preferRelativeResize="0"/>
          <p:nvPr/>
        </p:nvPicPr>
        <p:blipFill rotWithShape="1">
          <a:blip r:embed="rId3">
            <a:alphaModFix/>
          </a:blip>
          <a:srcRect b="38749" l="19822" r="23528" t="35186"/>
          <a:stretch/>
        </p:blipFill>
        <p:spPr>
          <a:xfrm>
            <a:off x="268284" y="113876"/>
            <a:ext cx="2244925" cy="1032924"/>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terna_solo testo">
  <p:cSld name="Interna_solo testo">
    <p:spTree>
      <p:nvGrpSpPr>
        <p:cNvPr id="15" name="Shape 15"/>
        <p:cNvGrpSpPr/>
        <p:nvPr/>
      </p:nvGrpSpPr>
      <p:grpSpPr>
        <a:xfrm>
          <a:off x="0" y="0"/>
          <a:ext cx="0" cy="0"/>
          <a:chOff x="0" y="0"/>
          <a:chExt cx="0" cy="0"/>
        </a:xfrm>
      </p:grpSpPr>
      <p:sp>
        <p:nvSpPr>
          <p:cNvPr id="16" name="Google Shape;16;p22"/>
          <p:cNvSpPr/>
          <p:nvPr/>
        </p:nvSpPr>
        <p:spPr>
          <a:xfrm>
            <a:off x="1" y="4907756"/>
            <a:ext cx="8897416" cy="235743"/>
          </a:xfrm>
          <a:prstGeom prst="rect">
            <a:avLst/>
          </a:prstGeom>
          <a:solidFill>
            <a:srgbClr val="004C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 name="Google Shape;17;p22"/>
          <p:cNvSpPr txBox="1"/>
          <p:nvPr>
            <p:ph idx="1" type="body"/>
          </p:nvPr>
        </p:nvSpPr>
        <p:spPr>
          <a:xfrm>
            <a:off x="246583" y="4934254"/>
            <a:ext cx="7590251" cy="187819"/>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chemeClr val="lt2"/>
              </a:buClr>
              <a:buSzPts val="1100"/>
              <a:buFont typeface="Arial"/>
              <a:buNone/>
              <a:defRPr b="0" i="0" sz="1100" u="none" cap="none" strike="noStrike">
                <a:solidFill>
                  <a:schemeClr val="lt2"/>
                </a:solidFill>
                <a:latin typeface="Verdana"/>
                <a:ea typeface="Verdana"/>
                <a:cs typeface="Verdana"/>
                <a:sym typeface="Verdana"/>
              </a:defRPr>
            </a:lvl1pPr>
            <a:lvl2pPr indent="-276225" lvl="1" marL="9144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2pPr>
            <a:lvl3pPr indent="-276225" lvl="2" marL="13716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3pPr>
            <a:lvl4pPr indent="-276225" lvl="3" marL="18288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4pPr>
            <a:lvl5pPr indent="-276225" lvl="4" marL="22860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8" name="Google Shape;18;p22"/>
          <p:cNvSpPr txBox="1"/>
          <p:nvPr/>
        </p:nvSpPr>
        <p:spPr>
          <a:xfrm>
            <a:off x="7799253" y="4927143"/>
            <a:ext cx="1019070" cy="164468"/>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825"/>
              <a:buFont typeface="Arial"/>
              <a:buNone/>
            </a:pPr>
            <a:fld id="{00000000-1234-1234-1234-123412341234}" type="slidenum">
              <a:rPr b="1" i="0" lang="it" sz="825" u="none" cap="none" strike="noStrike">
                <a:solidFill>
                  <a:schemeClr val="lt1"/>
                </a:solidFill>
                <a:latin typeface="Verdana"/>
                <a:ea typeface="Verdana"/>
                <a:cs typeface="Verdana"/>
                <a:sym typeface="Verdana"/>
              </a:rPr>
              <a:t>‹#›</a:t>
            </a:fld>
            <a:endParaRPr b="1" i="0" sz="825" u="none" cap="none" strike="noStrike">
              <a:solidFill>
                <a:schemeClr val="lt1"/>
              </a:solidFill>
              <a:latin typeface="Verdana"/>
              <a:ea typeface="Verdana"/>
              <a:cs typeface="Verdana"/>
              <a:sym typeface="Verdana"/>
            </a:endParaRPr>
          </a:p>
        </p:txBody>
      </p:sp>
      <p:sp>
        <p:nvSpPr>
          <p:cNvPr id="19" name="Google Shape;19;p22"/>
          <p:cNvSpPr txBox="1"/>
          <p:nvPr>
            <p:ph idx="2" type="body"/>
          </p:nvPr>
        </p:nvSpPr>
        <p:spPr>
          <a:xfrm>
            <a:off x="714375" y="1361237"/>
            <a:ext cx="8103948" cy="3352538"/>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50000"/>
              </a:lnSpc>
              <a:spcBef>
                <a:spcPts val="1000"/>
              </a:spcBef>
              <a:spcAft>
                <a:spcPts val="0"/>
              </a:spcAft>
              <a:buClr>
                <a:schemeClr val="dk1"/>
              </a:buClr>
              <a:buSzPts val="1800"/>
              <a:buFont typeface="Courier New"/>
              <a:buNone/>
              <a:defRPr b="0" i="0" sz="1800" u="none" cap="none" strike="noStrike">
                <a:solidFill>
                  <a:schemeClr val="dk1"/>
                </a:solidFill>
                <a:latin typeface="Verdana"/>
                <a:ea typeface="Verdana"/>
                <a:cs typeface="Verdana"/>
                <a:sym typeface="Verdana"/>
              </a:defRPr>
            </a:lvl1pPr>
            <a:lvl2pPr indent="-342900" lvl="1" marL="914400" marR="0" rtl="0" algn="l">
              <a:lnSpc>
                <a:spcPct val="90000"/>
              </a:lnSpc>
              <a:spcBef>
                <a:spcPts val="500"/>
              </a:spcBef>
              <a:spcAft>
                <a:spcPts val="0"/>
              </a:spcAft>
              <a:buClr>
                <a:schemeClr val="dk1"/>
              </a:buClr>
              <a:buSzPts val="1800"/>
              <a:buFont typeface="Courier New"/>
              <a:buChar char="o"/>
              <a:defRPr b="0" i="0" sz="1800" u="none" cap="none" strike="noStrike">
                <a:solidFill>
                  <a:schemeClr val="dk1"/>
                </a:solidFill>
                <a:latin typeface="Verdana"/>
                <a:ea typeface="Verdana"/>
                <a:cs typeface="Verdana"/>
                <a:sym typeface="Verdana"/>
              </a:defRPr>
            </a:lvl2pPr>
            <a:lvl3pPr indent="-342900" lvl="2" marL="1371600" marR="0" rtl="0" algn="l">
              <a:lnSpc>
                <a:spcPct val="90000"/>
              </a:lnSpc>
              <a:spcBef>
                <a:spcPts val="500"/>
              </a:spcBef>
              <a:spcAft>
                <a:spcPts val="0"/>
              </a:spcAft>
              <a:buClr>
                <a:schemeClr val="dk1"/>
              </a:buClr>
              <a:buSzPts val="1800"/>
              <a:buFont typeface="Courier New"/>
              <a:buChar char="o"/>
              <a:defRPr b="0" i="0" sz="1800" u="none" cap="none" strike="noStrike">
                <a:solidFill>
                  <a:schemeClr val="dk1"/>
                </a:solidFill>
                <a:latin typeface="Verdana"/>
                <a:ea typeface="Verdana"/>
                <a:cs typeface="Verdana"/>
                <a:sym typeface="Verdana"/>
              </a:defRPr>
            </a:lvl3pPr>
            <a:lvl4pPr indent="-342900" lvl="3" marL="1828800" marR="0" rtl="0" algn="l">
              <a:lnSpc>
                <a:spcPct val="90000"/>
              </a:lnSpc>
              <a:spcBef>
                <a:spcPts val="500"/>
              </a:spcBef>
              <a:spcAft>
                <a:spcPts val="0"/>
              </a:spcAft>
              <a:buClr>
                <a:schemeClr val="dk1"/>
              </a:buClr>
              <a:buSzPts val="1800"/>
              <a:buFont typeface="Courier New"/>
              <a:buChar char="o"/>
              <a:defRPr b="0" i="0" sz="1800" u="none" cap="none" strike="noStrike">
                <a:solidFill>
                  <a:schemeClr val="dk1"/>
                </a:solidFill>
                <a:latin typeface="Verdana"/>
                <a:ea typeface="Verdana"/>
                <a:cs typeface="Verdana"/>
                <a:sym typeface="Verdana"/>
              </a:defRPr>
            </a:lvl4pPr>
            <a:lvl5pPr indent="-342900" lvl="4" marL="2286000" marR="0" rtl="0" algn="l">
              <a:lnSpc>
                <a:spcPct val="90000"/>
              </a:lnSpc>
              <a:spcBef>
                <a:spcPts val="500"/>
              </a:spcBef>
              <a:spcAft>
                <a:spcPts val="0"/>
              </a:spcAft>
              <a:buClr>
                <a:schemeClr val="dk1"/>
              </a:buClr>
              <a:buSzPts val="1800"/>
              <a:buFont typeface="Courier New"/>
              <a:buChar char="o"/>
              <a:defRPr b="0" i="0" sz="1800" u="none" cap="none" strike="noStrike">
                <a:solidFill>
                  <a:schemeClr val="dk1"/>
                </a:solidFill>
                <a:latin typeface="Verdana"/>
                <a:ea typeface="Verdana"/>
                <a:cs typeface="Verdana"/>
                <a:sym typeface="Verdana"/>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20" name="Google Shape;20;p22"/>
          <p:cNvSpPr txBox="1"/>
          <p:nvPr>
            <p:ph type="title"/>
          </p:nvPr>
        </p:nvSpPr>
        <p:spPr>
          <a:xfrm>
            <a:off x="714375" y="713183"/>
            <a:ext cx="8103948" cy="640944"/>
          </a:xfrm>
          <a:prstGeom prst="rect">
            <a:avLst/>
          </a:prstGeom>
          <a:noFill/>
          <a:ln>
            <a:noFill/>
          </a:ln>
        </p:spPr>
        <p:txBody>
          <a:bodyPr anchorCtr="0" anchor="t" bIns="45700" lIns="91425" spcFirstLastPara="1" rIns="91425" wrap="square" tIns="45700">
            <a:noAutofit/>
          </a:bodyPr>
          <a:lstStyle>
            <a:lvl1pPr lvl="0" marR="0" rtl="0" algn="l">
              <a:lnSpc>
                <a:spcPct val="120000"/>
              </a:lnSpc>
              <a:spcBef>
                <a:spcPts val="0"/>
              </a:spcBef>
              <a:spcAft>
                <a:spcPts val="0"/>
              </a:spcAft>
              <a:buClr>
                <a:schemeClr val="dk1"/>
              </a:buClr>
              <a:buSzPts val="2400"/>
              <a:buFont typeface="Verdana"/>
              <a:buNone/>
              <a:defRPr b="1" i="0" sz="2400" u="none" cap="none" strike="noStrike">
                <a:solidFill>
                  <a:schemeClr val="dk1"/>
                </a:solidFill>
                <a:latin typeface="Verdana"/>
                <a:ea typeface="Verdana"/>
                <a:cs typeface="Verdana"/>
                <a:sym typeface="Verdana"/>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pic>
        <p:nvPicPr>
          <p:cNvPr descr="HR Excellence in Research" id="21" name="Google Shape;21;p22"/>
          <p:cNvPicPr preferRelativeResize="0"/>
          <p:nvPr/>
        </p:nvPicPr>
        <p:blipFill rotWithShape="1">
          <a:blip r:embed="rId2">
            <a:alphaModFix/>
          </a:blip>
          <a:srcRect b="0" l="0" r="0" t="0"/>
          <a:stretch/>
        </p:blipFill>
        <p:spPr>
          <a:xfrm>
            <a:off x="7904136" y="158533"/>
            <a:ext cx="789743" cy="534204"/>
          </a:xfrm>
          <a:prstGeom prst="rect">
            <a:avLst/>
          </a:prstGeom>
          <a:noFill/>
          <a:ln>
            <a:noFill/>
          </a:ln>
        </p:spPr>
      </p:pic>
      <p:pic>
        <p:nvPicPr>
          <p:cNvPr descr="Università degli Studi di Firenze. Da un secolo, oltre." id="22" name="Google Shape;22;p22"/>
          <p:cNvPicPr preferRelativeResize="0"/>
          <p:nvPr/>
        </p:nvPicPr>
        <p:blipFill rotWithShape="1">
          <a:blip r:embed="rId3">
            <a:alphaModFix/>
          </a:blip>
          <a:srcRect b="0" l="0" r="0" t="0"/>
          <a:stretch/>
        </p:blipFill>
        <p:spPr>
          <a:xfrm>
            <a:off x="218007" y="149443"/>
            <a:ext cx="948332" cy="531242"/>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terna_tabella">
  <p:cSld name="Interna_tabella">
    <p:spTree>
      <p:nvGrpSpPr>
        <p:cNvPr id="23" name="Shape 23"/>
        <p:cNvGrpSpPr/>
        <p:nvPr/>
      </p:nvGrpSpPr>
      <p:grpSpPr>
        <a:xfrm>
          <a:off x="0" y="0"/>
          <a:ext cx="0" cy="0"/>
          <a:chOff x="0" y="0"/>
          <a:chExt cx="0" cy="0"/>
        </a:xfrm>
      </p:grpSpPr>
      <p:sp>
        <p:nvSpPr>
          <p:cNvPr id="24" name="Google Shape;24;p23"/>
          <p:cNvSpPr/>
          <p:nvPr/>
        </p:nvSpPr>
        <p:spPr>
          <a:xfrm>
            <a:off x="1" y="4907756"/>
            <a:ext cx="8897416" cy="235743"/>
          </a:xfrm>
          <a:prstGeom prst="rect">
            <a:avLst/>
          </a:prstGeom>
          <a:solidFill>
            <a:srgbClr val="004C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5" name="Google Shape;25;p23"/>
          <p:cNvSpPr txBox="1"/>
          <p:nvPr>
            <p:ph type="title"/>
          </p:nvPr>
        </p:nvSpPr>
        <p:spPr>
          <a:xfrm>
            <a:off x="714375" y="713183"/>
            <a:ext cx="8193322" cy="640944"/>
          </a:xfrm>
          <a:prstGeom prst="rect">
            <a:avLst/>
          </a:prstGeom>
          <a:noFill/>
          <a:ln>
            <a:noFill/>
          </a:ln>
        </p:spPr>
        <p:txBody>
          <a:bodyPr anchorCtr="0" anchor="t" bIns="45700" lIns="91425" spcFirstLastPara="1" rIns="91425" wrap="square" tIns="45700">
            <a:noAutofit/>
          </a:bodyPr>
          <a:lstStyle>
            <a:lvl1pPr lvl="0" marR="0" rtl="0" algn="l">
              <a:lnSpc>
                <a:spcPct val="120000"/>
              </a:lnSpc>
              <a:spcBef>
                <a:spcPts val="0"/>
              </a:spcBef>
              <a:spcAft>
                <a:spcPts val="0"/>
              </a:spcAft>
              <a:buClr>
                <a:schemeClr val="dk1"/>
              </a:buClr>
              <a:buSzPts val="2400"/>
              <a:buFont typeface="Verdana"/>
              <a:buNone/>
              <a:defRPr b="1" i="0" sz="2400" u="none" cap="none" strike="noStrike">
                <a:solidFill>
                  <a:schemeClr val="dk1"/>
                </a:solidFill>
                <a:latin typeface="Verdana"/>
                <a:ea typeface="Verdana"/>
                <a:cs typeface="Verdana"/>
                <a:sym typeface="Verdana"/>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26" name="Google Shape;26;p23"/>
          <p:cNvSpPr txBox="1"/>
          <p:nvPr/>
        </p:nvSpPr>
        <p:spPr>
          <a:xfrm>
            <a:off x="7799253" y="4927143"/>
            <a:ext cx="1019070" cy="164468"/>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825"/>
              <a:buFont typeface="Arial"/>
              <a:buNone/>
            </a:pPr>
            <a:fld id="{00000000-1234-1234-1234-123412341234}" type="slidenum">
              <a:rPr b="1" i="0" lang="it" sz="825" u="none" cap="none" strike="noStrike">
                <a:solidFill>
                  <a:schemeClr val="lt1"/>
                </a:solidFill>
                <a:latin typeface="Verdana"/>
                <a:ea typeface="Verdana"/>
                <a:cs typeface="Verdana"/>
                <a:sym typeface="Verdana"/>
              </a:rPr>
              <a:t>‹#›</a:t>
            </a:fld>
            <a:endParaRPr b="1" i="0" sz="825" u="none" cap="none" strike="noStrike">
              <a:solidFill>
                <a:schemeClr val="lt1"/>
              </a:solidFill>
              <a:latin typeface="Verdana"/>
              <a:ea typeface="Verdana"/>
              <a:cs typeface="Verdana"/>
              <a:sym typeface="Verdana"/>
            </a:endParaRPr>
          </a:p>
        </p:txBody>
      </p:sp>
      <p:sp>
        <p:nvSpPr>
          <p:cNvPr id="27" name="Google Shape;27;p23"/>
          <p:cNvSpPr/>
          <p:nvPr>
            <p:ph idx="2" type="tbl"/>
          </p:nvPr>
        </p:nvSpPr>
        <p:spPr>
          <a:xfrm>
            <a:off x="714375" y="1510398"/>
            <a:ext cx="8193088" cy="3231862"/>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chemeClr val="dk1"/>
              </a:buClr>
              <a:buSzPts val="2500"/>
              <a:buFont typeface="Verdana"/>
              <a:buNone/>
              <a:defRPr b="0" i="0" sz="2500" u="none" cap="none" strike="noStrike">
                <a:solidFill>
                  <a:schemeClr val="dk1"/>
                </a:solidFill>
                <a:latin typeface="Verdana"/>
                <a:ea typeface="Verdana"/>
                <a:cs typeface="Verdana"/>
                <a:sym typeface="Verdana"/>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28" name="Google Shape;28;p23"/>
          <p:cNvSpPr txBox="1"/>
          <p:nvPr>
            <p:ph idx="1" type="body"/>
          </p:nvPr>
        </p:nvSpPr>
        <p:spPr>
          <a:xfrm>
            <a:off x="246583" y="4934254"/>
            <a:ext cx="7590251" cy="187819"/>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chemeClr val="lt2"/>
              </a:buClr>
              <a:buSzPts val="1100"/>
              <a:buFont typeface="Arial"/>
              <a:buNone/>
              <a:defRPr b="0" i="0" sz="1100" u="none" cap="none" strike="noStrike">
                <a:solidFill>
                  <a:schemeClr val="lt2"/>
                </a:solidFill>
                <a:latin typeface="Verdana"/>
                <a:ea typeface="Verdana"/>
                <a:cs typeface="Verdana"/>
                <a:sym typeface="Verdana"/>
              </a:defRPr>
            </a:lvl1pPr>
            <a:lvl2pPr indent="-276225" lvl="1" marL="9144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2pPr>
            <a:lvl3pPr indent="-276225" lvl="2" marL="13716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3pPr>
            <a:lvl4pPr indent="-276225" lvl="3" marL="18288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4pPr>
            <a:lvl5pPr indent="-276225" lvl="4" marL="22860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pic>
        <p:nvPicPr>
          <p:cNvPr descr="HR Excellence in Research" id="29" name="Google Shape;29;p23"/>
          <p:cNvPicPr preferRelativeResize="0"/>
          <p:nvPr/>
        </p:nvPicPr>
        <p:blipFill rotWithShape="1">
          <a:blip r:embed="rId2">
            <a:alphaModFix/>
          </a:blip>
          <a:srcRect b="0" l="0" r="0" t="0"/>
          <a:stretch/>
        </p:blipFill>
        <p:spPr>
          <a:xfrm>
            <a:off x="7904136" y="158533"/>
            <a:ext cx="789743" cy="534204"/>
          </a:xfrm>
          <a:prstGeom prst="rect">
            <a:avLst/>
          </a:prstGeom>
          <a:noFill/>
          <a:ln>
            <a:noFill/>
          </a:ln>
        </p:spPr>
      </p:pic>
      <p:pic>
        <p:nvPicPr>
          <p:cNvPr descr="Università degli Studi di Firenze. Da un secolo, oltre." id="30" name="Google Shape;30;p23"/>
          <p:cNvPicPr preferRelativeResize="0"/>
          <p:nvPr/>
        </p:nvPicPr>
        <p:blipFill rotWithShape="1">
          <a:blip r:embed="rId3">
            <a:alphaModFix/>
          </a:blip>
          <a:srcRect b="0" l="0" r="0" t="0"/>
          <a:stretch/>
        </p:blipFill>
        <p:spPr>
          <a:xfrm>
            <a:off x="218007" y="149443"/>
            <a:ext cx="948332" cy="53124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rocopertina">
  <p:cSld name="Controcopertina">
    <p:bg>
      <p:bgPr>
        <a:solidFill>
          <a:schemeClr val="lt1"/>
        </a:solidFill>
      </p:bgPr>
    </p:bg>
    <p:spTree>
      <p:nvGrpSpPr>
        <p:cNvPr id="31" name="Shape 31"/>
        <p:cNvGrpSpPr/>
        <p:nvPr/>
      </p:nvGrpSpPr>
      <p:grpSpPr>
        <a:xfrm>
          <a:off x="0" y="0"/>
          <a:ext cx="0" cy="0"/>
          <a:chOff x="0" y="0"/>
          <a:chExt cx="0" cy="0"/>
        </a:xfrm>
      </p:grpSpPr>
      <p:sp>
        <p:nvSpPr>
          <p:cNvPr id="32" name="Google Shape;32;p24"/>
          <p:cNvSpPr/>
          <p:nvPr/>
        </p:nvSpPr>
        <p:spPr>
          <a:xfrm>
            <a:off x="0" y="1"/>
            <a:ext cx="9144000" cy="5143500"/>
          </a:xfrm>
          <a:prstGeom prst="rect">
            <a:avLst/>
          </a:prstGeom>
          <a:solidFill>
            <a:srgbClr val="004C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3" name="Google Shape;33;p24"/>
          <p:cNvSpPr txBox="1"/>
          <p:nvPr>
            <p:ph idx="1" type="body"/>
          </p:nvPr>
        </p:nvSpPr>
        <p:spPr>
          <a:xfrm>
            <a:off x="248400" y="4956925"/>
            <a:ext cx="7574104" cy="186580"/>
          </a:xfrm>
          <a:prstGeom prst="rect">
            <a:avLst/>
          </a:prstGeom>
          <a:solidFill>
            <a:schemeClr val="lt1"/>
          </a:solid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rgbClr val="004C7E"/>
              </a:buClr>
              <a:buSzPts val="1000"/>
              <a:buFont typeface="Arial"/>
              <a:buNone/>
              <a:defRPr b="0" i="0" sz="1000" u="none" cap="none" strike="noStrike">
                <a:solidFill>
                  <a:srgbClr val="004C7E"/>
                </a:solidFill>
                <a:latin typeface="Verdana"/>
                <a:ea typeface="Verdana"/>
                <a:cs typeface="Verdana"/>
                <a:sym typeface="Verdana"/>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34" name="Google Shape;34;p24"/>
          <p:cNvSpPr txBox="1"/>
          <p:nvPr>
            <p:ph idx="2" type="body"/>
          </p:nvPr>
        </p:nvSpPr>
        <p:spPr>
          <a:xfrm>
            <a:off x="698598" y="2366728"/>
            <a:ext cx="8261350" cy="35828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chemeClr val="lt1"/>
              </a:buClr>
              <a:buSzPts val="3000"/>
              <a:buFont typeface="Arial"/>
              <a:buNone/>
              <a:defRPr b="1" i="0" sz="3000" u="none" cap="none" strike="noStrike">
                <a:solidFill>
                  <a:schemeClr val="lt1"/>
                </a:solidFill>
                <a:latin typeface="Verdana"/>
                <a:ea typeface="Verdana"/>
                <a:cs typeface="Verdana"/>
                <a:sym typeface="Verdana"/>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35" name="Google Shape;35;p24"/>
          <p:cNvSpPr txBox="1"/>
          <p:nvPr>
            <p:ph idx="3" type="body"/>
          </p:nvPr>
        </p:nvSpPr>
        <p:spPr>
          <a:xfrm>
            <a:off x="698641" y="2800561"/>
            <a:ext cx="8261306" cy="364762"/>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chemeClr val="lt1"/>
              </a:buClr>
              <a:buSzPts val="2500"/>
              <a:buFont typeface="Arial"/>
              <a:buNone/>
              <a:defRPr b="0" i="0" sz="2500" u="none" cap="none" strike="noStrike">
                <a:solidFill>
                  <a:schemeClr val="lt1"/>
                </a:solidFill>
                <a:latin typeface="Verdana"/>
                <a:ea typeface="Verdana"/>
                <a:cs typeface="Verdana"/>
                <a:sym typeface="Verdana"/>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36" name="Google Shape;36;p24"/>
          <p:cNvSpPr txBox="1"/>
          <p:nvPr>
            <p:ph idx="4" type="body"/>
          </p:nvPr>
        </p:nvSpPr>
        <p:spPr>
          <a:xfrm>
            <a:off x="698598" y="3468281"/>
            <a:ext cx="6249988" cy="23899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chemeClr val="lt1"/>
              </a:buClr>
              <a:buSzPts val="2000"/>
              <a:buFont typeface="Arial"/>
              <a:buNone/>
              <a:defRPr b="0" i="0" sz="2000" u="none" cap="none" strike="noStrike">
                <a:solidFill>
                  <a:schemeClr val="lt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37" name="Google Shape;37;p24"/>
          <p:cNvSpPr txBox="1"/>
          <p:nvPr>
            <p:ph idx="5" type="body"/>
          </p:nvPr>
        </p:nvSpPr>
        <p:spPr>
          <a:xfrm>
            <a:off x="698643" y="3769616"/>
            <a:ext cx="6249988" cy="210067"/>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chemeClr val="lt1"/>
              </a:buClr>
              <a:buSzPts val="1800"/>
              <a:buFont typeface="Arial"/>
              <a:buNone/>
              <a:defRPr b="0" i="0" sz="1800" u="none" cap="none" strike="noStrike">
                <a:solidFill>
                  <a:schemeClr val="lt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38" name="Google Shape;38;p24"/>
          <p:cNvSpPr txBox="1"/>
          <p:nvPr>
            <p:ph idx="6" type="body"/>
          </p:nvPr>
        </p:nvSpPr>
        <p:spPr>
          <a:xfrm>
            <a:off x="698643" y="4042024"/>
            <a:ext cx="6249988" cy="242373"/>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chemeClr val="lt1"/>
              </a:buClr>
              <a:buSzPts val="1800"/>
              <a:buFont typeface="Arial"/>
              <a:buNone/>
              <a:defRPr b="0" i="0" sz="1800" u="none" cap="none" strike="noStrike">
                <a:solidFill>
                  <a:schemeClr val="lt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39" name="Google Shape;39;p24"/>
          <p:cNvSpPr txBox="1"/>
          <p:nvPr>
            <p:ph type="title"/>
          </p:nvPr>
        </p:nvSpPr>
        <p:spPr>
          <a:xfrm>
            <a:off x="698598" y="1206936"/>
            <a:ext cx="8261306" cy="705915"/>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lt1"/>
              </a:buClr>
              <a:buSzPts val="4500"/>
              <a:buFont typeface="Verdana"/>
              <a:buNone/>
              <a:defRPr b="1" i="0" sz="4500" u="none" cap="none" strike="noStrike">
                <a:solidFill>
                  <a:schemeClr val="lt1"/>
                </a:solidFill>
                <a:latin typeface="Verdana"/>
                <a:ea typeface="Verdana"/>
                <a:cs typeface="Verdana"/>
                <a:sym typeface="Verdana"/>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pic>
        <p:nvPicPr>
          <p:cNvPr descr="HR Excellence in Research" id="40" name="Google Shape;40;p24"/>
          <p:cNvPicPr preferRelativeResize="0"/>
          <p:nvPr/>
        </p:nvPicPr>
        <p:blipFill rotWithShape="1">
          <a:blip r:embed="rId2">
            <a:alphaModFix/>
          </a:blip>
          <a:srcRect b="0" l="0" r="0" t="0"/>
          <a:stretch/>
        </p:blipFill>
        <p:spPr>
          <a:xfrm>
            <a:off x="7822504" y="0"/>
            <a:ext cx="991122" cy="856330"/>
          </a:xfrm>
          <a:prstGeom prst="rect">
            <a:avLst/>
          </a:prstGeom>
          <a:noFill/>
          <a:ln>
            <a:noFill/>
          </a:ln>
        </p:spPr>
      </p:pic>
      <p:pic>
        <p:nvPicPr>
          <p:cNvPr descr="Università degli Studi di Firenze. Da un secolo, oltre." id="41" name="Google Shape;41;p24"/>
          <p:cNvPicPr preferRelativeResize="0"/>
          <p:nvPr/>
        </p:nvPicPr>
        <p:blipFill rotWithShape="1">
          <a:blip r:embed="rId3">
            <a:alphaModFix/>
          </a:blip>
          <a:srcRect b="38749" l="19822" r="23528" t="35186"/>
          <a:stretch/>
        </p:blipFill>
        <p:spPr>
          <a:xfrm>
            <a:off x="175415" y="121728"/>
            <a:ext cx="1619653" cy="745227"/>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arola chiave">
  <p:cSld name="Parola chiave">
    <p:bg>
      <p:bgPr>
        <a:solidFill>
          <a:schemeClr val="lt1"/>
        </a:solidFill>
      </p:bgPr>
    </p:bg>
    <p:spTree>
      <p:nvGrpSpPr>
        <p:cNvPr id="42" name="Shape 42"/>
        <p:cNvGrpSpPr/>
        <p:nvPr/>
      </p:nvGrpSpPr>
      <p:grpSpPr>
        <a:xfrm>
          <a:off x="0" y="0"/>
          <a:ext cx="0" cy="0"/>
          <a:chOff x="0" y="0"/>
          <a:chExt cx="0" cy="0"/>
        </a:xfrm>
      </p:grpSpPr>
      <p:sp>
        <p:nvSpPr>
          <p:cNvPr id="43" name="Google Shape;43;p25"/>
          <p:cNvSpPr/>
          <p:nvPr/>
        </p:nvSpPr>
        <p:spPr>
          <a:xfrm>
            <a:off x="0" y="1"/>
            <a:ext cx="9144000" cy="5143500"/>
          </a:xfrm>
          <a:prstGeom prst="rect">
            <a:avLst/>
          </a:prstGeom>
          <a:solidFill>
            <a:srgbClr val="004C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4" name="Google Shape;44;p25"/>
          <p:cNvSpPr txBox="1"/>
          <p:nvPr>
            <p:ph type="title"/>
          </p:nvPr>
        </p:nvSpPr>
        <p:spPr>
          <a:xfrm>
            <a:off x="1257300" y="1425255"/>
            <a:ext cx="7043738" cy="1146495"/>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lt1"/>
              </a:buClr>
              <a:buSzPts val="4000"/>
              <a:buFont typeface="Verdana"/>
              <a:buNone/>
              <a:defRPr b="1" i="0" sz="4000" u="none" cap="none" strike="noStrike">
                <a:solidFill>
                  <a:schemeClr val="lt1"/>
                </a:solidFill>
                <a:latin typeface="Verdana"/>
                <a:ea typeface="Verdana"/>
                <a:cs typeface="Verdana"/>
                <a:sym typeface="Verdana"/>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pic>
        <p:nvPicPr>
          <p:cNvPr descr="HR Excellence in Research" id="45" name="Google Shape;45;p25"/>
          <p:cNvPicPr preferRelativeResize="0"/>
          <p:nvPr/>
        </p:nvPicPr>
        <p:blipFill rotWithShape="1">
          <a:blip r:embed="rId2">
            <a:alphaModFix/>
          </a:blip>
          <a:srcRect b="0" l="0" r="0" t="0"/>
          <a:stretch/>
        </p:blipFill>
        <p:spPr>
          <a:xfrm>
            <a:off x="7556500" y="0"/>
            <a:ext cx="1190625" cy="1028700"/>
          </a:xfrm>
          <a:prstGeom prst="rect">
            <a:avLst/>
          </a:prstGeom>
          <a:noFill/>
          <a:ln>
            <a:noFill/>
          </a:ln>
        </p:spPr>
      </p:pic>
      <p:pic>
        <p:nvPicPr>
          <p:cNvPr descr="Università degli Studi di Firenze. Da un secolo, oltre." id="46" name="Google Shape;46;p25"/>
          <p:cNvPicPr preferRelativeResize="0"/>
          <p:nvPr/>
        </p:nvPicPr>
        <p:blipFill rotWithShape="1">
          <a:blip r:embed="rId3">
            <a:alphaModFix/>
          </a:blip>
          <a:srcRect b="38749" l="19822" r="23528" t="35186"/>
          <a:stretch/>
        </p:blipFill>
        <p:spPr>
          <a:xfrm>
            <a:off x="268284" y="113876"/>
            <a:ext cx="2244925" cy="1032924"/>
          </a:xfrm>
          <a:prstGeom prst="rect">
            <a:avLst/>
          </a:prstGeom>
          <a:noFill/>
          <a:ln>
            <a:noFill/>
          </a:ln>
        </p:spPr>
      </p:pic>
      <p:pic>
        <p:nvPicPr>
          <p:cNvPr descr="Immagine che contiene blu, schermata, Blu elettrico, Blu intenso&#10;&#10;Descrizione generata automaticamente" id="47" name="Google Shape;47;p25"/>
          <p:cNvPicPr preferRelativeResize="0"/>
          <p:nvPr/>
        </p:nvPicPr>
        <p:blipFill rotWithShape="1">
          <a:blip r:embed="rId4">
            <a:alphaModFix/>
          </a:blip>
          <a:srcRect b="0" l="0" r="0" t="0"/>
          <a:stretch/>
        </p:blipFill>
        <p:spPr>
          <a:xfrm>
            <a:off x="2457013" y="2796520"/>
            <a:ext cx="5015240" cy="2346980"/>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Interna_immagine">
  <p:cSld name="1_Interna_immagine">
    <p:spTree>
      <p:nvGrpSpPr>
        <p:cNvPr id="48" name="Shape 48"/>
        <p:cNvGrpSpPr/>
        <p:nvPr/>
      </p:nvGrpSpPr>
      <p:grpSpPr>
        <a:xfrm>
          <a:off x="0" y="0"/>
          <a:ext cx="0" cy="0"/>
          <a:chOff x="0" y="0"/>
          <a:chExt cx="0" cy="0"/>
        </a:xfrm>
      </p:grpSpPr>
      <p:sp>
        <p:nvSpPr>
          <p:cNvPr id="49" name="Google Shape;49;p26"/>
          <p:cNvSpPr/>
          <p:nvPr>
            <p:ph idx="2" type="pic"/>
          </p:nvPr>
        </p:nvSpPr>
        <p:spPr>
          <a:xfrm>
            <a:off x="1" y="1439853"/>
            <a:ext cx="9144000" cy="3355389"/>
          </a:xfrm>
          <a:prstGeom prst="rect">
            <a:avLst/>
          </a:prstGeom>
          <a:noFill/>
          <a:ln>
            <a:noFill/>
          </a:ln>
        </p:spPr>
      </p:sp>
      <p:sp>
        <p:nvSpPr>
          <p:cNvPr id="50" name="Google Shape;50;p26"/>
          <p:cNvSpPr/>
          <p:nvPr/>
        </p:nvSpPr>
        <p:spPr>
          <a:xfrm>
            <a:off x="1" y="4907756"/>
            <a:ext cx="8897416" cy="235743"/>
          </a:xfrm>
          <a:prstGeom prst="rect">
            <a:avLst/>
          </a:prstGeom>
          <a:solidFill>
            <a:srgbClr val="004C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1" name="Google Shape;51;p26"/>
          <p:cNvSpPr txBox="1"/>
          <p:nvPr>
            <p:ph type="title"/>
          </p:nvPr>
        </p:nvSpPr>
        <p:spPr>
          <a:xfrm>
            <a:off x="714375" y="713183"/>
            <a:ext cx="8193322" cy="640944"/>
          </a:xfrm>
          <a:prstGeom prst="rect">
            <a:avLst/>
          </a:prstGeom>
          <a:noFill/>
          <a:ln>
            <a:noFill/>
          </a:ln>
        </p:spPr>
        <p:txBody>
          <a:bodyPr anchorCtr="0" anchor="t" bIns="45700" lIns="91425" spcFirstLastPara="1" rIns="91425" wrap="square" tIns="45700">
            <a:noAutofit/>
          </a:bodyPr>
          <a:lstStyle>
            <a:lvl1pPr lvl="0" marR="0" rtl="0" algn="l">
              <a:lnSpc>
                <a:spcPct val="120000"/>
              </a:lnSpc>
              <a:spcBef>
                <a:spcPts val="0"/>
              </a:spcBef>
              <a:spcAft>
                <a:spcPts val="0"/>
              </a:spcAft>
              <a:buClr>
                <a:schemeClr val="dk1"/>
              </a:buClr>
              <a:buSzPts val="2400"/>
              <a:buFont typeface="Verdana"/>
              <a:buNone/>
              <a:defRPr b="1" i="0" sz="2400" u="none" cap="none" strike="noStrike">
                <a:solidFill>
                  <a:schemeClr val="dk1"/>
                </a:solidFill>
                <a:latin typeface="Verdana"/>
                <a:ea typeface="Verdana"/>
                <a:cs typeface="Verdana"/>
                <a:sym typeface="Verdana"/>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52" name="Google Shape;52;p26"/>
          <p:cNvSpPr txBox="1"/>
          <p:nvPr/>
        </p:nvSpPr>
        <p:spPr>
          <a:xfrm>
            <a:off x="7799253" y="4927143"/>
            <a:ext cx="1019070" cy="164468"/>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825"/>
              <a:buFont typeface="Arial"/>
              <a:buNone/>
            </a:pPr>
            <a:fld id="{00000000-1234-1234-1234-123412341234}" type="slidenum">
              <a:rPr b="1" i="0" lang="it" sz="825" u="none" cap="none" strike="noStrike">
                <a:solidFill>
                  <a:schemeClr val="lt1"/>
                </a:solidFill>
                <a:latin typeface="Verdana"/>
                <a:ea typeface="Verdana"/>
                <a:cs typeface="Verdana"/>
                <a:sym typeface="Verdana"/>
              </a:rPr>
              <a:t>‹#›</a:t>
            </a:fld>
            <a:endParaRPr b="1" i="0" sz="825" u="none" cap="none" strike="noStrike">
              <a:solidFill>
                <a:schemeClr val="lt1"/>
              </a:solidFill>
              <a:latin typeface="Verdana"/>
              <a:ea typeface="Verdana"/>
              <a:cs typeface="Verdana"/>
              <a:sym typeface="Verdana"/>
            </a:endParaRPr>
          </a:p>
        </p:txBody>
      </p:sp>
      <p:sp>
        <p:nvSpPr>
          <p:cNvPr id="53" name="Google Shape;53;p26"/>
          <p:cNvSpPr txBox="1"/>
          <p:nvPr>
            <p:ph idx="1" type="body"/>
          </p:nvPr>
        </p:nvSpPr>
        <p:spPr>
          <a:xfrm>
            <a:off x="246583" y="4934254"/>
            <a:ext cx="7590251" cy="187819"/>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chemeClr val="lt2"/>
              </a:buClr>
              <a:buSzPts val="1100"/>
              <a:buFont typeface="Arial"/>
              <a:buNone/>
              <a:defRPr b="0" i="0" sz="1100" u="none" cap="none" strike="noStrike">
                <a:solidFill>
                  <a:schemeClr val="lt2"/>
                </a:solidFill>
                <a:latin typeface="Verdana"/>
                <a:ea typeface="Verdana"/>
                <a:cs typeface="Verdana"/>
                <a:sym typeface="Verdana"/>
              </a:defRPr>
            </a:lvl1pPr>
            <a:lvl2pPr indent="-276225" lvl="1" marL="9144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2pPr>
            <a:lvl3pPr indent="-276225" lvl="2" marL="13716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3pPr>
            <a:lvl4pPr indent="-276225" lvl="3" marL="18288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4pPr>
            <a:lvl5pPr indent="-276225" lvl="4" marL="22860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4" name="Google Shape;54;p26"/>
          <p:cNvSpPr txBox="1"/>
          <p:nvPr>
            <p:ph idx="3" type="body"/>
          </p:nvPr>
        </p:nvSpPr>
        <p:spPr>
          <a:xfrm>
            <a:off x="1" y="3777259"/>
            <a:ext cx="5399999" cy="604241"/>
          </a:xfrm>
          <a:prstGeom prst="rect">
            <a:avLst/>
          </a:prstGeom>
          <a:solidFill>
            <a:srgbClr val="004C7E">
              <a:alpha val="55294"/>
            </a:srgbClr>
          </a:solidFill>
          <a:ln>
            <a:noFill/>
          </a:ln>
        </p:spPr>
        <p:txBody>
          <a:bodyPr anchorCtr="0" anchor="t" bIns="45700" lIns="91425" spcFirstLastPara="1" rIns="91425" wrap="square" tIns="45700">
            <a:noAutofit/>
          </a:bodyPr>
          <a:lstStyle>
            <a:lvl1pPr indent="-228600" lvl="0" marL="457200" marR="0" rtl="0" algn="l">
              <a:lnSpc>
                <a:spcPct val="100000"/>
              </a:lnSpc>
              <a:spcBef>
                <a:spcPts val="1000"/>
              </a:spcBef>
              <a:spcAft>
                <a:spcPts val="0"/>
              </a:spcAft>
              <a:buClr>
                <a:schemeClr val="lt1"/>
              </a:buClr>
              <a:buSzPts val="1500"/>
              <a:buFont typeface="Arial"/>
              <a:buNone/>
              <a:defRPr b="1" i="0" sz="1500" u="none" cap="none" strike="noStrike">
                <a:solidFill>
                  <a:schemeClr val="lt1"/>
                </a:solidFill>
                <a:latin typeface="Verdana"/>
                <a:ea typeface="Verdana"/>
                <a:cs typeface="Verdana"/>
                <a:sym typeface="Verdana"/>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pic>
        <p:nvPicPr>
          <p:cNvPr descr="HR Excellence in Research" id="55" name="Google Shape;55;p26"/>
          <p:cNvPicPr preferRelativeResize="0"/>
          <p:nvPr/>
        </p:nvPicPr>
        <p:blipFill rotWithShape="1">
          <a:blip r:embed="rId2">
            <a:alphaModFix/>
          </a:blip>
          <a:srcRect b="0" l="0" r="0" t="0"/>
          <a:stretch/>
        </p:blipFill>
        <p:spPr>
          <a:xfrm>
            <a:off x="7904136" y="158533"/>
            <a:ext cx="789743" cy="534204"/>
          </a:xfrm>
          <a:prstGeom prst="rect">
            <a:avLst/>
          </a:prstGeom>
          <a:noFill/>
          <a:ln>
            <a:noFill/>
          </a:ln>
        </p:spPr>
      </p:pic>
      <p:pic>
        <p:nvPicPr>
          <p:cNvPr descr="Università degli Studi di Firenze. Da un secolo, oltre." id="56" name="Google Shape;56;p26"/>
          <p:cNvPicPr preferRelativeResize="0"/>
          <p:nvPr/>
        </p:nvPicPr>
        <p:blipFill rotWithShape="1">
          <a:blip r:embed="rId3">
            <a:alphaModFix/>
          </a:blip>
          <a:srcRect b="0" l="0" r="0" t="0"/>
          <a:stretch/>
        </p:blipFill>
        <p:spPr>
          <a:xfrm>
            <a:off x="218007" y="149443"/>
            <a:ext cx="948332" cy="531242"/>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terna_immagine+testo">
  <p:cSld name="Interna_immagine+testo">
    <p:spTree>
      <p:nvGrpSpPr>
        <p:cNvPr id="57" name="Shape 57"/>
        <p:cNvGrpSpPr/>
        <p:nvPr/>
      </p:nvGrpSpPr>
      <p:grpSpPr>
        <a:xfrm>
          <a:off x="0" y="0"/>
          <a:ext cx="0" cy="0"/>
          <a:chOff x="0" y="0"/>
          <a:chExt cx="0" cy="0"/>
        </a:xfrm>
      </p:grpSpPr>
      <p:sp>
        <p:nvSpPr>
          <p:cNvPr id="58" name="Google Shape;58;p27"/>
          <p:cNvSpPr/>
          <p:nvPr/>
        </p:nvSpPr>
        <p:spPr>
          <a:xfrm>
            <a:off x="1" y="4907756"/>
            <a:ext cx="8897416" cy="235743"/>
          </a:xfrm>
          <a:prstGeom prst="rect">
            <a:avLst/>
          </a:prstGeom>
          <a:solidFill>
            <a:srgbClr val="004C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9" name="Google Shape;59;p27"/>
          <p:cNvSpPr txBox="1"/>
          <p:nvPr>
            <p:ph idx="1" type="body"/>
          </p:nvPr>
        </p:nvSpPr>
        <p:spPr>
          <a:xfrm>
            <a:off x="5790422" y="1439854"/>
            <a:ext cx="3117275" cy="2698433"/>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50000"/>
              </a:lnSpc>
              <a:spcBef>
                <a:spcPts val="1000"/>
              </a:spcBef>
              <a:spcAft>
                <a:spcPts val="0"/>
              </a:spcAft>
              <a:buClr>
                <a:schemeClr val="dk1"/>
              </a:buClr>
              <a:buSzPts val="1800"/>
              <a:buFont typeface="Arial"/>
              <a:buNone/>
              <a:defRPr b="0" i="0" sz="1800" u="none" cap="none" strike="noStrike">
                <a:solidFill>
                  <a:schemeClr val="dk1"/>
                </a:solidFill>
                <a:latin typeface="Verdana"/>
                <a:ea typeface="Verdana"/>
                <a:cs typeface="Verdana"/>
                <a:sym typeface="Verdana"/>
              </a:defRPr>
            </a:lvl1pPr>
            <a:lvl2pPr indent="-314325" lvl="1" marL="914400" marR="0" rtl="0" algn="l">
              <a:lnSpc>
                <a:spcPct val="90000"/>
              </a:lnSpc>
              <a:spcBef>
                <a:spcPts val="500"/>
              </a:spcBef>
              <a:spcAft>
                <a:spcPts val="0"/>
              </a:spcAft>
              <a:buClr>
                <a:schemeClr val="dk1"/>
              </a:buClr>
              <a:buSzPts val="1350"/>
              <a:buFont typeface="Arial"/>
              <a:buChar char="•"/>
              <a:defRPr b="0" i="0" sz="1350" u="none" cap="none" strike="noStrike">
                <a:solidFill>
                  <a:schemeClr val="dk1"/>
                </a:solidFill>
                <a:latin typeface="Arial"/>
                <a:ea typeface="Arial"/>
                <a:cs typeface="Arial"/>
                <a:sym typeface="Arial"/>
              </a:defRPr>
            </a:lvl2pPr>
            <a:lvl3pPr indent="-314325" lvl="2" marL="1371600" marR="0" rtl="0" algn="l">
              <a:lnSpc>
                <a:spcPct val="90000"/>
              </a:lnSpc>
              <a:spcBef>
                <a:spcPts val="500"/>
              </a:spcBef>
              <a:spcAft>
                <a:spcPts val="0"/>
              </a:spcAft>
              <a:buClr>
                <a:schemeClr val="dk1"/>
              </a:buClr>
              <a:buSzPts val="1350"/>
              <a:buFont typeface="Arial"/>
              <a:buChar char="•"/>
              <a:defRPr b="0" i="0" sz="1350" u="none" cap="none" strike="noStrike">
                <a:solidFill>
                  <a:schemeClr val="dk1"/>
                </a:solidFill>
                <a:latin typeface="Arial"/>
                <a:ea typeface="Arial"/>
                <a:cs typeface="Arial"/>
                <a:sym typeface="Arial"/>
              </a:defRPr>
            </a:lvl3pPr>
            <a:lvl4pPr indent="-314325" lvl="3" marL="1828800" marR="0" rtl="0" algn="l">
              <a:lnSpc>
                <a:spcPct val="90000"/>
              </a:lnSpc>
              <a:spcBef>
                <a:spcPts val="500"/>
              </a:spcBef>
              <a:spcAft>
                <a:spcPts val="0"/>
              </a:spcAft>
              <a:buClr>
                <a:schemeClr val="dk1"/>
              </a:buClr>
              <a:buSzPts val="1350"/>
              <a:buFont typeface="Arial"/>
              <a:buChar char="•"/>
              <a:defRPr b="0" i="0" sz="1350" u="none" cap="none" strike="noStrike">
                <a:solidFill>
                  <a:schemeClr val="dk1"/>
                </a:solidFill>
                <a:latin typeface="Arial"/>
                <a:ea typeface="Arial"/>
                <a:cs typeface="Arial"/>
                <a:sym typeface="Arial"/>
              </a:defRPr>
            </a:lvl4pPr>
            <a:lvl5pPr indent="-314325" lvl="4" marL="2286000" marR="0" rtl="0" algn="l">
              <a:lnSpc>
                <a:spcPct val="90000"/>
              </a:lnSpc>
              <a:spcBef>
                <a:spcPts val="500"/>
              </a:spcBef>
              <a:spcAft>
                <a:spcPts val="0"/>
              </a:spcAft>
              <a:buClr>
                <a:schemeClr val="dk1"/>
              </a:buClr>
              <a:buSzPts val="1350"/>
              <a:buFont typeface="Arial"/>
              <a:buChar char="•"/>
              <a:defRPr b="0" i="0" sz="135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60" name="Google Shape;60;p27"/>
          <p:cNvSpPr/>
          <p:nvPr>
            <p:ph idx="2" type="pic"/>
          </p:nvPr>
        </p:nvSpPr>
        <p:spPr>
          <a:xfrm>
            <a:off x="246583" y="1439853"/>
            <a:ext cx="5399999" cy="2598221"/>
          </a:xfrm>
          <a:prstGeom prst="rect">
            <a:avLst/>
          </a:prstGeom>
          <a:noFill/>
          <a:ln>
            <a:noFill/>
          </a:ln>
        </p:spPr>
      </p:sp>
      <p:sp>
        <p:nvSpPr>
          <p:cNvPr id="61" name="Google Shape;61;p27"/>
          <p:cNvSpPr txBox="1"/>
          <p:nvPr>
            <p:ph type="title"/>
          </p:nvPr>
        </p:nvSpPr>
        <p:spPr>
          <a:xfrm>
            <a:off x="714375" y="713183"/>
            <a:ext cx="8193322" cy="640944"/>
          </a:xfrm>
          <a:prstGeom prst="rect">
            <a:avLst/>
          </a:prstGeom>
          <a:noFill/>
          <a:ln>
            <a:noFill/>
          </a:ln>
        </p:spPr>
        <p:txBody>
          <a:bodyPr anchorCtr="0" anchor="t" bIns="45700" lIns="91425" spcFirstLastPara="1" rIns="91425" wrap="square" tIns="45700">
            <a:noAutofit/>
          </a:bodyPr>
          <a:lstStyle>
            <a:lvl1pPr lvl="0" marR="0" rtl="0" algn="l">
              <a:lnSpc>
                <a:spcPct val="120000"/>
              </a:lnSpc>
              <a:spcBef>
                <a:spcPts val="0"/>
              </a:spcBef>
              <a:spcAft>
                <a:spcPts val="0"/>
              </a:spcAft>
              <a:buClr>
                <a:schemeClr val="dk1"/>
              </a:buClr>
              <a:buSzPts val="2400"/>
              <a:buFont typeface="Verdana"/>
              <a:buNone/>
              <a:defRPr b="1" i="0" sz="2400" u="none" cap="none" strike="noStrike">
                <a:solidFill>
                  <a:schemeClr val="dk1"/>
                </a:solidFill>
                <a:latin typeface="Verdana"/>
                <a:ea typeface="Verdana"/>
                <a:cs typeface="Verdana"/>
                <a:sym typeface="Verdana"/>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62" name="Google Shape;62;p27"/>
          <p:cNvSpPr txBox="1"/>
          <p:nvPr/>
        </p:nvSpPr>
        <p:spPr>
          <a:xfrm>
            <a:off x="7799253" y="4927143"/>
            <a:ext cx="1019070" cy="164468"/>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825"/>
              <a:buFont typeface="Arial"/>
              <a:buNone/>
            </a:pPr>
            <a:fld id="{00000000-1234-1234-1234-123412341234}" type="slidenum">
              <a:rPr b="1" i="0" lang="it" sz="825" u="none" cap="none" strike="noStrike">
                <a:solidFill>
                  <a:schemeClr val="lt1"/>
                </a:solidFill>
                <a:latin typeface="Verdana"/>
                <a:ea typeface="Verdana"/>
                <a:cs typeface="Verdana"/>
                <a:sym typeface="Verdana"/>
              </a:rPr>
              <a:t>‹#›</a:t>
            </a:fld>
            <a:endParaRPr b="1" i="0" sz="825" u="none" cap="none" strike="noStrike">
              <a:solidFill>
                <a:schemeClr val="lt1"/>
              </a:solidFill>
              <a:latin typeface="Verdana"/>
              <a:ea typeface="Verdana"/>
              <a:cs typeface="Verdana"/>
              <a:sym typeface="Verdana"/>
            </a:endParaRPr>
          </a:p>
        </p:txBody>
      </p:sp>
      <p:sp>
        <p:nvSpPr>
          <p:cNvPr id="63" name="Google Shape;63;p27"/>
          <p:cNvSpPr txBox="1"/>
          <p:nvPr>
            <p:ph idx="3" type="body"/>
          </p:nvPr>
        </p:nvSpPr>
        <p:spPr>
          <a:xfrm>
            <a:off x="246583" y="4934254"/>
            <a:ext cx="7590251" cy="187819"/>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chemeClr val="lt2"/>
              </a:buClr>
              <a:buSzPts val="1100"/>
              <a:buFont typeface="Arial"/>
              <a:buNone/>
              <a:defRPr b="0" i="0" sz="1100" u="none" cap="none" strike="noStrike">
                <a:solidFill>
                  <a:schemeClr val="lt2"/>
                </a:solidFill>
                <a:latin typeface="Verdana"/>
                <a:ea typeface="Verdana"/>
                <a:cs typeface="Verdana"/>
                <a:sym typeface="Verdana"/>
              </a:defRPr>
            </a:lvl1pPr>
            <a:lvl2pPr indent="-276225" lvl="1" marL="9144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2pPr>
            <a:lvl3pPr indent="-276225" lvl="2" marL="13716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3pPr>
            <a:lvl4pPr indent="-276225" lvl="3" marL="18288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4pPr>
            <a:lvl5pPr indent="-276225" lvl="4" marL="22860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64" name="Google Shape;64;p27"/>
          <p:cNvSpPr txBox="1"/>
          <p:nvPr>
            <p:ph idx="4" type="body"/>
          </p:nvPr>
        </p:nvSpPr>
        <p:spPr>
          <a:xfrm>
            <a:off x="1" y="3777259"/>
            <a:ext cx="5399999" cy="604241"/>
          </a:xfrm>
          <a:prstGeom prst="rect">
            <a:avLst/>
          </a:prstGeom>
          <a:solidFill>
            <a:srgbClr val="004C7E">
              <a:alpha val="68627"/>
            </a:srgbClr>
          </a:solidFill>
          <a:ln>
            <a:noFill/>
          </a:ln>
        </p:spPr>
        <p:txBody>
          <a:bodyPr anchorCtr="0" anchor="t" bIns="45700" lIns="91425" spcFirstLastPara="1" rIns="91425" wrap="square" tIns="45700">
            <a:noAutofit/>
          </a:bodyPr>
          <a:lstStyle>
            <a:lvl1pPr indent="-228600" lvl="0" marL="457200" marR="0" rtl="0" algn="l">
              <a:lnSpc>
                <a:spcPct val="100000"/>
              </a:lnSpc>
              <a:spcBef>
                <a:spcPts val="1000"/>
              </a:spcBef>
              <a:spcAft>
                <a:spcPts val="0"/>
              </a:spcAft>
              <a:buClr>
                <a:schemeClr val="lt1"/>
              </a:buClr>
              <a:buSzPts val="1500"/>
              <a:buFont typeface="Arial"/>
              <a:buNone/>
              <a:defRPr b="0" i="0" sz="1500" u="none" cap="none" strike="noStrike">
                <a:solidFill>
                  <a:schemeClr val="lt1"/>
                </a:solidFill>
                <a:latin typeface="Verdana"/>
                <a:ea typeface="Verdana"/>
                <a:cs typeface="Verdana"/>
                <a:sym typeface="Verdana"/>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pic>
        <p:nvPicPr>
          <p:cNvPr descr="HR Excellence in Research" id="65" name="Google Shape;65;p27"/>
          <p:cNvPicPr preferRelativeResize="0"/>
          <p:nvPr/>
        </p:nvPicPr>
        <p:blipFill rotWithShape="1">
          <a:blip r:embed="rId2">
            <a:alphaModFix/>
          </a:blip>
          <a:srcRect b="0" l="0" r="0" t="0"/>
          <a:stretch/>
        </p:blipFill>
        <p:spPr>
          <a:xfrm>
            <a:off x="7904136" y="158533"/>
            <a:ext cx="789743" cy="534204"/>
          </a:xfrm>
          <a:prstGeom prst="rect">
            <a:avLst/>
          </a:prstGeom>
          <a:noFill/>
          <a:ln>
            <a:noFill/>
          </a:ln>
        </p:spPr>
      </p:pic>
      <p:pic>
        <p:nvPicPr>
          <p:cNvPr descr="Università degli Studi di Firenze. Da un secolo, oltre." id="66" name="Google Shape;66;p27"/>
          <p:cNvPicPr preferRelativeResize="0"/>
          <p:nvPr/>
        </p:nvPicPr>
        <p:blipFill rotWithShape="1">
          <a:blip r:embed="rId3">
            <a:alphaModFix/>
          </a:blip>
          <a:srcRect b="0" l="0" r="0" t="0"/>
          <a:stretch/>
        </p:blipFill>
        <p:spPr>
          <a:xfrm>
            <a:off x="218007" y="149443"/>
            <a:ext cx="948332" cy="531242"/>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terna_2 colonne">
  <p:cSld name="Interna_2 colonne">
    <p:spTree>
      <p:nvGrpSpPr>
        <p:cNvPr id="67" name="Shape 67"/>
        <p:cNvGrpSpPr/>
        <p:nvPr/>
      </p:nvGrpSpPr>
      <p:grpSpPr>
        <a:xfrm>
          <a:off x="0" y="0"/>
          <a:ext cx="0" cy="0"/>
          <a:chOff x="0" y="0"/>
          <a:chExt cx="0" cy="0"/>
        </a:xfrm>
      </p:grpSpPr>
      <p:sp>
        <p:nvSpPr>
          <p:cNvPr id="68" name="Google Shape;68;p28"/>
          <p:cNvSpPr/>
          <p:nvPr/>
        </p:nvSpPr>
        <p:spPr>
          <a:xfrm>
            <a:off x="1" y="4907756"/>
            <a:ext cx="8897416" cy="235743"/>
          </a:xfrm>
          <a:prstGeom prst="rect">
            <a:avLst/>
          </a:prstGeom>
          <a:solidFill>
            <a:srgbClr val="004C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9" name="Google Shape;69;p28"/>
          <p:cNvSpPr txBox="1"/>
          <p:nvPr/>
        </p:nvSpPr>
        <p:spPr>
          <a:xfrm>
            <a:off x="7799253" y="4927143"/>
            <a:ext cx="1019070" cy="164468"/>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825"/>
              <a:buFont typeface="Arial"/>
              <a:buNone/>
            </a:pPr>
            <a:fld id="{00000000-1234-1234-1234-123412341234}" type="slidenum">
              <a:rPr b="1" i="0" lang="it" sz="825" u="none" cap="none" strike="noStrike">
                <a:solidFill>
                  <a:schemeClr val="lt1"/>
                </a:solidFill>
                <a:latin typeface="Verdana"/>
                <a:ea typeface="Verdana"/>
                <a:cs typeface="Verdana"/>
                <a:sym typeface="Verdana"/>
              </a:rPr>
              <a:t>‹#›</a:t>
            </a:fld>
            <a:endParaRPr b="1" i="0" sz="825" u="none" cap="none" strike="noStrike">
              <a:solidFill>
                <a:schemeClr val="lt1"/>
              </a:solidFill>
              <a:latin typeface="Verdana"/>
              <a:ea typeface="Verdana"/>
              <a:cs typeface="Verdana"/>
              <a:sym typeface="Verdana"/>
            </a:endParaRPr>
          </a:p>
        </p:txBody>
      </p:sp>
      <p:sp>
        <p:nvSpPr>
          <p:cNvPr id="70" name="Google Shape;70;p28"/>
          <p:cNvSpPr txBox="1"/>
          <p:nvPr>
            <p:ph type="title"/>
          </p:nvPr>
        </p:nvSpPr>
        <p:spPr>
          <a:xfrm>
            <a:off x="714375" y="713183"/>
            <a:ext cx="8103948" cy="640944"/>
          </a:xfrm>
          <a:prstGeom prst="rect">
            <a:avLst/>
          </a:prstGeom>
          <a:noFill/>
          <a:ln>
            <a:noFill/>
          </a:ln>
        </p:spPr>
        <p:txBody>
          <a:bodyPr anchorCtr="0" anchor="t" bIns="45700" lIns="91425" spcFirstLastPara="1" rIns="91425" wrap="square" tIns="45700">
            <a:noAutofit/>
          </a:bodyPr>
          <a:lstStyle>
            <a:lvl1pPr lvl="0" marR="0" rtl="0" algn="l">
              <a:lnSpc>
                <a:spcPct val="120000"/>
              </a:lnSpc>
              <a:spcBef>
                <a:spcPts val="0"/>
              </a:spcBef>
              <a:spcAft>
                <a:spcPts val="0"/>
              </a:spcAft>
              <a:buClr>
                <a:schemeClr val="dk1"/>
              </a:buClr>
              <a:buSzPts val="2400"/>
              <a:buFont typeface="Verdana"/>
              <a:buNone/>
              <a:defRPr b="1" i="0" sz="2400" u="none" cap="none" strike="noStrike">
                <a:solidFill>
                  <a:schemeClr val="dk1"/>
                </a:solidFill>
                <a:latin typeface="Verdana"/>
                <a:ea typeface="Verdana"/>
                <a:cs typeface="Verdana"/>
                <a:sym typeface="Verdana"/>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1" name="Google Shape;71;p28"/>
          <p:cNvSpPr txBox="1"/>
          <p:nvPr>
            <p:ph idx="1" type="body"/>
          </p:nvPr>
        </p:nvSpPr>
        <p:spPr>
          <a:xfrm>
            <a:off x="714374" y="1883535"/>
            <a:ext cx="3709185" cy="2972333"/>
          </a:xfrm>
          <a:prstGeom prst="rect">
            <a:avLst/>
          </a:prstGeom>
          <a:noFill/>
          <a:ln>
            <a:noFill/>
          </a:ln>
        </p:spPr>
        <p:txBody>
          <a:bodyPr anchorCtr="0" anchor="ctr" bIns="45700" lIns="91425" spcFirstLastPara="1" rIns="91425" wrap="square" tIns="45700">
            <a:normAutofit/>
          </a:bodyPr>
          <a:lstStyle>
            <a:lvl1pPr indent="-228600" lvl="0" marL="457200" marR="0" rtl="0" algn="l">
              <a:lnSpc>
                <a:spcPct val="90000"/>
              </a:lnSpc>
              <a:spcBef>
                <a:spcPts val="1000"/>
              </a:spcBef>
              <a:spcAft>
                <a:spcPts val="0"/>
              </a:spcAft>
              <a:buClr>
                <a:srgbClr val="595959"/>
              </a:buClr>
              <a:buSzPts val="1400"/>
              <a:buFont typeface="Fira Sans"/>
              <a:buNone/>
              <a:defRPr b="0" i="0" sz="1400" u="none" cap="none" strike="noStrike">
                <a:solidFill>
                  <a:srgbClr val="595959"/>
                </a:solidFill>
                <a:latin typeface="Verdana"/>
                <a:ea typeface="Verdana"/>
                <a:cs typeface="Verdana"/>
                <a:sym typeface="Verdana"/>
              </a:defRPr>
            </a:lvl1pPr>
            <a:lvl2pPr indent="-314325" lvl="1" marL="914400" marR="0" rtl="0" algn="l">
              <a:lnSpc>
                <a:spcPct val="90000"/>
              </a:lnSpc>
              <a:spcBef>
                <a:spcPts val="375"/>
              </a:spcBef>
              <a:spcAft>
                <a:spcPts val="0"/>
              </a:spcAft>
              <a:buClr>
                <a:srgbClr val="595959"/>
              </a:buClr>
              <a:buSzPts val="1350"/>
              <a:buFont typeface="Arial"/>
              <a:buChar char="•"/>
              <a:defRPr b="0" i="0" sz="1350" u="none" cap="none" strike="noStrike">
                <a:solidFill>
                  <a:srgbClr val="595959"/>
                </a:solidFill>
                <a:latin typeface="Calibri"/>
                <a:ea typeface="Calibri"/>
                <a:cs typeface="Calibri"/>
                <a:sym typeface="Calibri"/>
              </a:defRPr>
            </a:lvl2pPr>
            <a:lvl3pPr indent="-304800" lvl="2" marL="1371600" marR="0" rtl="0" algn="l">
              <a:lnSpc>
                <a:spcPct val="90000"/>
              </a:lnSpc>
              <a:spcBef>
                <a:spcPts val="375"/>
              </a:spcBef>
              <a:spcAft>
                <a:spcPts val="0"/>
              </a:spcAft>
              <a:buClr>
                <a:srgbClr val="595959"/>
              </a:buClr>
              <a:buSzPts val="1200"/>
              <a:buFont typeface="Arial"/>
              <a:buChar char="•"/>
              <a:defRPr b="0" i="0" sz="1200" u="none" cap="none" strike="noStrike">
                <a:solidFill>
                  <a:srgbClr val="595959"/>
                </a:solidFill>
                <a:latin typeface="Calibri"/>
                <a:ea typeface="Calibri"/>
                <a:cs typeface="Calibri"/>
                <a:sym typeface="Calibri"/>
              </a:defRPr>
            </a:lvl3pPr>
            <a:lvl4pPr indent="-276225" lvl="3" marL="1828800" marR="0" rtl="0" algn="l">
              <a:lnSpc>
                <a:spcPct val="90000"/>
              </a:lnSpc>
              <a:spcBef>
                <a:spcPts val="375"/>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4pPr>
            <a:lvl5pPr indent="-228600" lvl="4" marL="22860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5pPr>
            <a:lvl6pPr indent="-228600" lvl="5" marL="27432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6pPr>
            <a:lvl7pPr indent="-228600" lvl="6" marL="32004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7pPr>
            <a:lvl8pPr indent="-228600" lvl="7" marL="36576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8pPr>
            <a:lvl9pPr indent="-228600" lvl="8" marL="41148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9pPr>
          </a:lstStyle>
          <a:p/>
        </p:txBody>
      </p:sp>
      <p:sp>
        <p:nvSpPr>
          <p:cNvPr id="72" name="Google Shape;72;p28"/>
          <p:cNvSpPr txBox="1"/>
          <p:nvPr>
            <p:ph idx="2" type="body"/>
          </p:nvPr>
        </p:nvSpPr>
        <p:spPr>
          <a:xfrm>
            <a:off x="4720441" y="1883535"/>
            <a:ext cx="3793718" cy="2972333"/>
          </a:xfrm>
          <a:prstGeom prst="rect">
            <a:avLst/>
          </a:prstGeom>
          <a:noFill/>
          <a:ln>
            <a:noFill/>
          </a:ln>
        </p:spPr>
        <p:txBody>
          <a:bodyPr anchorCtr="0" anchor="ctr" bIns="45700" lIns="91425" spcFirstLastPara="1" rIns="91425" wrap="square" tIns="45700">
            <a:normAutofit/>
          </a:bodyPr>
          <a:lstStyle>
            <a:lvl1pPr indent="-228600" lvl="0" marL="457200" marR="0" rtl="0" algn="l">
              <a:lnSpc>
                <a:spcPct val="90000"/>
              </a:lnSpc>
              <a:spcBef>
                <a:spcPts val="1000"/>
              </a:spcBef>
              <a:spcAft>
                <a:spcPts val="0"/>
              </a:spcAft>
              <a:buClr>
                <a:srgbClr val="595959"/>
              </a:buClr>
              <a:buSzPts val="1400"/>
              <a:buFont typeface="Fira Sans"/>
              <a:buNone/>
              <a:defRPr b="0" i="0" sz="1400" u="none" cap="none" strike="noStrike">
                <a:solidFill>
                  <a:srgbClr val="595959"/>
                </a:solidFill>
                <a:latin typeface="Verdana"/>
                <a:ea typeface="Verdana"/>
                <a:cs typeface="Verdana"/>
                <a:sym typeface="Verdana"/>
              </a:defRPr>
            </a:lvl1pPr>
            <a:lvl2pPr indent="-314325" lvl="1" marL="914400" marR="0" rtl="0" algn="l">
              <a:lnSpc>
                <a:spcPct val="90000"/>
              </a:lnSpc>
              <a:spcBef>
                <a:spcPts val="375"/>
              </a:spcBef>
              <a:spcAft>
                <a:spcPts val="0"/>
              </a:spcAft>
              <a:buClr>
                <a:srgbClr val="595959"/>
              </a:buClr>
              <a:buSzPts val="1350"/>
              <a:buFont typeface="Arial"/>
              <a:buChar char="•"/>
              <a:defRPr b="0" i="0" sz="1350" u="none" cap="none" strike="noStrike">
                <a:solidFill>
                  <a:srgbClr val="595959"/>
                </a:solidFill>
                <a:latin typeface="Calibri"/>
                <a:ea typeface="Calibri"/>
                <a:cs typeface="Calibri"/>
                <a:sym typeface="Calibri"/>
              </a:defRPr>
            </a:lvl2pPr>
            <a:lvl3pPr indent="-304800" lvl="2" marL="1371600" marR="0" rtl="0" algn="l">
              <a:lnSpc>
                <a:spcPct val="90000"/>
              </a:lnSpc>
              <a:spcBef>
                <a:spcPts val="375"/>
              </a:spcBef>
              <a:spcAft>
                <a:spcPts val="0"/>
              </a:spcAft>
              <a:buClr>
                <a:srgbClr val="595959"/>
              </a:buClr>
              <a:buSzPts val="1200"/>
              <a:buFont typeface="Arial"/>
              <a:buChar char="•"/>
              <a:defRPr b="0" i="0" sz="1200" u="none" cap="none" strike="noStrike">
                <a:solidFill>
                  <a:srgbClr val="595959"/>
                </a:solidFill>
                <a:latin typeface="Calibri"/>
                <a:ea typeface="Calibri"/>
                <a:cs typeface="Calibri"/>
                <a:sym typeface="Calibri"/>
              </a:defRPr>
            </a:lvl3pPr>
            <a:lvl4pPr indent="-276225" lvl="3" marL="1828800" marR="0" rtl="0" algn="l">
              <a:lnSpc>
                <a:spcPct val="90000"/>
              </a:lnSpc>
              <a:spcBef>
                <a:spcPts val="375"/>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4pPr>
            <a:lvl5pPr indent="-228600" lvl="4" marL="22860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5pPr>
            <a:lvl6pPr indent="-228600" lvl="5" marL="27432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6pPr>
            <a:lvl7pPr indent="-228600" lvl="6" marL="32004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7pPr>
            <a:lvl8pPr indent="-228600" lvl="7" marL="36576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8pPr>
            <a:lvl9pPr indent="-228600" lvl="8" marL="41148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9pPr>
          </a:lstStyle>
          <a:p/>
        </p:txBody>
      </p:sp>
      <p:sp>
        <p:nvSpPr>
          <p:cNvPr id="73" name="Google Shape;73;p28"/>
          <p:cNvSpPr txBox="1"/>
          <p:nvPr>
            <p:ph idx="3" type="body"/>
          </p:nvPr>
        </p:nvSpPr>
        <p:spPr>
          <a:xfrm>
            <a:off x="713183" y="1434204"/>
            <a:ext cx="3709186" cy="400949"/>
          </a:xfrm>
          <a:prstGeom prst="rect">
            <a:avLst/>
          </a:prstGeom>
          <a:noFill/>
          <a:ln>
            <a:noFill/>
          </a:ln>
        </p:spPr>
        <p:txBody>
          <a:bodyPr anchorCtr="0" anchor="t" bIns="45700" lIns="91425" spcFirstLastPara="1" rIns="91425" wrap="square" tIns="45700">
            <a:normAutofit/>
          </a:bodyPr>
          <a:lstStyle>
            <a:lvl1pPr indent="-228600" lvl="0" marL="457200" marR="0" rtl="0" algn="l">
              <a:lnSpc>
                <a:spcPct val="90000"/>
              </a:lnSpc>
              <a:spcBef>
                <a:spcPts val="1000"/>
              </a:spcBef>
              <a:spcAft>
                <a:spcPts val="0"/>
              </a:spcAft>
              <a:buClr>
                <a:srgbClr val="727272"/>
              </a:buClr>
              <a:buSzPts val="1500"/>
              <a:buFont typeface="Arial"/>
              <a:buNone/>
              <a:defRPr b="1" i="0" sz="1500" u="none" cap="none" strike="noStrike">
                <a:solidFill>
                  <a:srgbClr val="727272"/>
                </a:solidFill>
                <a:latin typeface="Verdana"/>
                <a:ea typeface="Verdana"/>
                <a:cs typeface="Verdana"/>
                <a:sym typeface="Verdana"/>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74" name="Google Shape;74;p28"/>
          <p:cNvSpPr txBox="1"/>
          <p:nvPr>
            <p:ph idx="4" type="body"/>
          </p:nvPr>
        </p:nvSpPr>
        <p:spPr>
          <a:xfrm>
            <a:off x="4720441" y="1434203"/>
            <a:ext cx="3793718" cy="400948"/>
          </a:xfrm>
          <a:prstGeom prst="rect">
            <a:avLst/>
          </a:prstGeom>
          <a:noFill/>
          <a:ln>
            <a:noFill/>
          </a:ln>
        </p:spPr>
        <p:txBody>
          <a:bodyPr anchorCtr="0" anchor="t" bIns="45700" lIns="91425" spcFirstLastPara="1" rIns="91425" wrap="square" tIns="45700">
            <a:normAutofit/>
          </a:bodyPr>
          <a:lstStyle>
            <a:lvl1pPr indent="-228600" lvl="0" marL="457200" marR="0" rtl="0" algn="l">
              <a:lnSpc>
                <a:spcPct val="90000"/>
              </a:lnSpc>
              <a:spcBef>
                <a:spcPts val="1000"/>
              </a:spcBef>
              <a:spcAft>
                <a:spcPts val="0"/>
              </a:spcAft>
              <a:buClr>
                <a:srgbClr val="727272"/>
              </a:buClr>
              <a:buSzPts val="1500"/>
              <a:buFont typeface="Arial"/>
              <a:buNone/>
              <a:defRPr b="1" i="0" sz="1500" u="none" cap="none" strike="noStrike">
                <a:solidFill>
                  <a:srgbClr val="727272"/>
                </a:solidFill>
                <a:latin typeface="Verdana"/>
                <a:ea typeface="Verdana"/>
                <a:cs typeface="Verdana"/>
                <a:sym typeface="Verdana"/>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cxnSp>
        <p:nvCxnSpPr>
          <p:cNvPr id="75" name="Google Shape;75;p28"/>
          <p:cNvCxnSpPr/>
          <p:nvPr/>
        </p:nvCxnSpPr>
        <p:spPr>
          <a:xfrm>
            <a:off x="4572000" y="1879273"/>
            <a:ext cx="0" cy="2975486"/>
          </a:xfrm>
          <a:prstGeom prst="straightConnector1">
            <a:avLst/>
          </a:prstGeom>
          <a:noFill/>
          <a:ln cap="flat" cmpd="sng" w="12700">
            <a:solidFill>
              <a:srgbClr val="004C7E"/>
            </a:solidFill>
            <a:prstDash val="solid"/>
            <a:miter lim="800000"/>
            <a:headEnd len="sm" w="sm" type="none"/>
            <a:tailEnd len="sm" w="sm" type="none"/>
          </a:ln>
        </p:spPr>
      </p:cxnSp>
      <p:sp>
        <p:nvSpPr>
          <p:cNvPr id="76" name="Google Shape;76;p28"/>
          <p:cNvSpPr txBox="1"/>
          <p:nvPr>
            <p:ph idx="5" type="body"/>
          </p:nvPr>
        </p:nvSpPr>
        <p:spPr>
          <a:xfrm>
            <a:off x="246583" y="4934254"/>
            <a:ext cx="7590251" cy="187819"/>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chemeClr val="lt2"/>
              </a:buClr>
              <a:buSzPts val="1100"/>
              <a:buFont typeface="Arial"/>
              <a:buNone/>
              <a:defRPr b="0" i="0" sz="1100" u="none" cap="none" strike="noStrike">
                <a:solidFill>
                  <a:schemeClr val="lt2"/>
                </a:solidFill>
                <a:latin typeface="Verdana"/>
                <a:ea typeface="Verdana"/>
                <a:cs typeface="Verdana"/>
                <a:sym typeface="Verdana"/>
              </a:defRPr>
            </a:lvl1pPr>
            <a:lvl2pPr indent="-276225" lvl="1" marL="9144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2pPr>
            <a:lvl3pPr indent="-276225" lvl="2" marL="13716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3pPr>
            <a:lvl4pPr indent="-276225" lvl="3" marL="18288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4pPr>
            <a:lvl5pPr indent="-276225" lvl="4" marL="22860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pic>
        <p:nvPicPr>
          <p:cNvPr descr="HR Excellence in Research" id="77" name="Google Shape;77;p28"/>
          <p:cNvPicPr preferRelativeResize="0"/>
          <p:nvPr/>
        </p:nvPicPr>
        <p:blipFill rotWithShape="1">
          <a:blip r:embed="rId2">
            <a:alphaModFix/>
          </a:blip>
          <a:srcRect b="0" l="0" r="0" t="0"/>
          <a:stretch/>
        </p:blipFill>
        <p:spPr>
          <a:xfrm>
            <a:off x="7904136" y="158533"/>
            <a:ext cx="789743" cy="534204"/>
          </a:xfrm>
          <a:prstGeom prst="rect">
            <a:avLst/>
          </a:prstGeom>
          <a:noFill/>
          <a:ln>
            <a:noFill/>
          </a:ln>
        </p:spPr>
      </p:pic>
      <p:pic>
        <p:nvPicPr>
          <p:cNvPr descr="Università degli Studi di Firenze. Da un secolo, oltre." id="78" name="Google Shape;78;p28"/>
          <p:cNvPicPr preferRelativeResize="0"/>
          <p:nvPr/>
        </p:nvPicPr>
        <p:blipFill rotWithShape="1">
          <a:blip r:embed="rId3">
            <a:alphaModFix/>
          </a:blip>
          <a:srcRect b="0" l="0" r="0" t="0"/>
          <a:stretch/>
        </p:blipFill>
        <p:spPr>
          <a:xfrm>
            <a:off x="218007" y="149443"/>
            <a:ext cx="948332" cy="531242"/>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terna_3 colonne">
  <p:cSld name="Interna_3 colonne">
    <p:spTree>
      <p:nvGrpSpPr>
        <p:cNvPr id="79" name="Shape 79"/>
        <p:cNvGrpSpPr/>
        <p:nvPr/>
      </p:nvGrpSpPr>
      <p:grpSpPr>
        <a:xfrm>
          <a:off x="0" y="0"/>
          <a:ext cx="0" cy="0"/>
          <a:chOff x="0" y="0"/>
          <a:chExt cx="0" cy="0"/>
        </a:xfrm>
      </p:grpSpPr>
      <p:sp>
        <p:nvSpPr>
          <p:cNvPr id="80" name="Google Shape;80;p29"/>
          <p:cNvSpPr/>
          <p:nvPr/>
        </p:nvSpPr>
        <p:spPr>
          <a:xfrm>
            <a:off x="1" y="4907756"/>
            <a:ext cx="8897416" cy="235743"/>
          </a:xfrm>
          <a:prstGeom prst="rect">
            <a:avLst/>
          </a:prstGeom>
          <a:solidFill>
            <a:srgbClr val="004C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1" name="Google Shape;81;p29"/>
          <p:cNvSpPr txBox="1"/>
          <p:nvPr/>
        </p:nvSpPr>
        <p:spPr>
          <a:xfrm>
            <a:off x="7799253" y="4927143"/>
            <a:ext cx="1019070" cy="164468"/>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825"/>
              <a:buFont typeface="Arial"/>
              <a:buNone/>
            </a:pPr>
            <a:fld id="{00000000-1234-1234-1234-123412341234}" type="slidenum">
              <a:rPr b="1" i="0" lang="it" sz="825" u="none" cap="none" strike="noStrike">
                <a:solidFill>
                  <a:schemeClr val="lt1"/>
                </a:solidFill>
                <a:latin typeface="Verdana"/>
                <a:ea typeface="Verdana"/>
                <a:cs typeface="Verdana"/>
                <a:sym typeface="Verdana"/>
              </a:rPr>
              <a:t>‹#›</a:t>
            </a:fld>
            <a:endParaRPr b="1" i="0" sz="825" u="none" cap="none" strike="noStrike">
              <a:solidFill>
                <a:schemeClr val="lt1"/>
              </a:solidFill>
              <a:latin typeface="Verdana"/>
              <a:ea typeface="Verdana"/>
              <a:cs typeface="Verdana"/>
              <a:sym typeface="Verdana"/>
            </a:endParaRPr>
          </a:p>
        </p:txBody>
      </p:sp>
      <p:sp>
        <p:nvSpPr>
          <p:cNvPr id="82" name="Google Shape;82;p29"/>
          <p:cNvSpPr txBox="1"/>
          <p:nvPr>
            <p:ph type="title"/>
          </p:nvPr>
        </p:nvSpPr>
        <p:spPr>
          <a:xfrm>
            <a:off x="714375" y="713183"/>
            <a:ext cx="8103948" cy="640944"/>
          </a:xfrm>
          <a:prstGeom prst="rect">
            <a:avLst/>
          </a:prstGeom>
          <a:noFill/>
          <a:ln>
            <a:noFill/>
          </a:ln>
        </p:spPr>
        <p:txBody>
          <a:bodyPr anchorCtr="0" anchor="t" bIns="45700" lIns="91425" spcFirstLastPara="1" rIns="91425" wrap="square" tIns="45700">
            <a:noAutofit/>
          </a:bodyPr>
          <a:lstStyle>
            <a:lvl1pPr lvl="0" marR="0" rtl="0" algn="l">
              <a:lnSpc>
                <a:spcPct val="120000"/>
              </a:lnSpc>
              <a:spcBef>
                <a:spcPts val="0"/>
              </a:spcBef>
              <a:spcAft>
                <a:spcPts val="0"/>
              </a:spcAft>
              <a:buClr>
                <a:schemeClr val="dk1"/>
              </a:buClr>
              <a:buSzPts val="2400"/>
              <a:buFont typeface="Verdana"/>
              <a:buNone/>
              <a:defRPr b="1" i="0" sz="2400" u="none" cap="none" strike="noStrike">
                <a:solidFill>
                  <a:schemeClr val="dk1"/>
                </a:solidFill>
                <a:latin typeface="Verdana"/>
                <a:ea typeface="Verdana"/>
                <a:cs typeface="Verdana"/>
                <a:sym typeface="Verdana"/>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83" name="Google Shape;83;p29"/>
          <p:cNvSpPr txBox="1"/>
          <p:nvPr>
            <p:ph idx="1" type="body"/>
          </p:nvPr>
        </p:nvSpPr>
        <p:spPr>
          <a:xfrm>
            <a:off x="714375" y="2087133"/>
            <a:ext cx="2242583" cy="2749190"/>
          </a:xfrm>
          <a:prstGeom prst="rect">
            <a:avLst/>
          </a:prstGeom>
          <a:noFill/>
          <a:ln>
            <a:noFill/>
          </a:ln>
        </p:spPr>
        <p:txBody>
          <a:bodyPr anchorCtr="0" anchor="ctr" bIns="45700" lIns="91425" spcFirstLastPara="1" rIns="91425" wrap="square" tIns="45700">
            <a:normAutofit/>
          </a:bodyPr>
          <a:lstStyle>
            <a:lvl1pPr indent="-228600" lvl="0" marL="457200" marR="0" rtl="0" algn="l">
              <a:lnSpc>
                <a:spcPct val="90000"/>
              </a:lnSpc>
              <a:spcBef>
                <a:spcPts val="1000"/>
              </a:spcBef>
              <a:spcAft>
                <a:spcPts val="0"/>
              </a:spcAft>
              <a:buClr>
                <a:srgbClr val="595959"/>
              </a:buClr>
              <a:buSzPts val="1400"/>
              <a:buFont typeface="Fira Sans"/>
              <a:buNone/>
              <a:defRPr b="0" i="0" sz="1400" u="none" cap="none" strike="noStrike">
                <a:solidFill>
                  <a:srgbClr val="595959"/>
                </a:solidFill>
                <a:latin typeface="Verdana"/>
                <a:ea typeface="Verdana"/>
                <a:cs typeface="Verdana"/>
                <a:sym typeface="Verdana"/>
              </a:defRPr>
            </a:lvl1pPr>
            <a:lvl2pPr indent="-317500" lvl="1" marL="914400" marR="0" rtl="0" algn="l">
              <a:lnSpc>
                <a:spcPct val="90000"/>
              </a:lnSpc>
              <a:spcBef>
                <a:spcPts val="375"/>
              </a:spcBef>
              <a:spcAft>
                <a:spcPts val="0"/>
              </a:spcAft>
              <a:buClr>
                <a:srgbClr val="595959"/>
              </a:buClr>
              <a:buSzPts val="1400"/>
              <a:buFont typeface="Arial"/>
              <a:buChar char="•"/>
              <a:defRPr b="0" i="0" sz="1400" u="none" cap="none" strike="noStrike">
                <a:solidFill>
                  <a:srgbClr val="595959"/>
                </a:solidFill>
                <a:latin typeface="Calibri"/>
                <a:ea typeface="Calibri"/>
                <a:cs typeface="Calibri"/>
                <a:sym typeface="Calibri"/>
              </a:defRPr>
            </a:lvl2pPr>
            <a:lvl3pPr indent="-304800" lvl="2" marL="1371600" marR="0" rtl="0" algn="l">
              <a:lnSpc>
                <a:spcPct val="90000"/>
              </a:lnSpc>
              <a:spcBef>
                <a:spcPts val="375"/>
              </a:spcBef>
              <a:spcAft>
                <a:spcPts val="0"/>
              </a:spcAft>
              <a:buClr>
                <a:srgbClr val="595959"/>
              </a:buClr>
              <a:buSzPts val="1200"/>
              <a:buFont typeface="Arial"/>
              <a:buChar char="•"/>
              <a:defRPr b="0" i="0" sz="1200" u="none" cap="none" strike="noStrike">
                <a:solidFill>
                  <a:srgbClr val="595959"/>
                </a:solidFill>
                <a:latin typeface="Calibri"/>
                <a:ea typeface="Calibri"/>
                <a:cs typeface="Calibri"/>
                <a:sym typeface="Calibri"/>
              </a:defRPr>
            </a:lvl3pPr>
            <a:lvl4pPr indent="-276225" lvl="3" marL="1828800" marR="0" rtl="0" algn="l">
              <a:lnSpc>
                <a:spcPct val="90000"/>
              </a:lnSpc>
              <a:spcBef>
                <a:spcPts val="375"/>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4pPr>
            <a:lvl5pPr indent="-228600" lvl="4" marL="22860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5pPr>
            <a:lvl6pPr indent="-228600" lvl="5" marL="27432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6pPr>
            <a:lvl7pPr indent="-228600" lvl="6" marL="32004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7pPr>
            <a:lvl8pPr indent="-228600" lvl="7" marL="36576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8pPr>
            <a:lvl9pPr indent="-228600" lvl="8" marL="41148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9pPr>
          </a:lstStyle>
          <a:p/>
        </p:txBody>
      </p:sp>
      <p:sp>
        <p:nvSpPr>
          <p:cNvPr id="84" name="Google Shape;84;p29"/>
          <p:cNvSpPr txBox="1"/>
          <p:nvPr>
            <p:ph idx="2" type="body"/>
          </p:nvPr>
        </p:nvSpPr>
        <p:spPr>
          <a:xfrm>
            <a:off x="3408443" y="2087133"/>
            <a:ext cx="2327115" cy="2749190"/>
          </a:xfrm>
          <a:prstGeom prst="rect">
            <a:avLst/>
          </a:prstGeom>
          <a:noFill/>
          <a:ln>
            <a:noFill/>
          </a:ln>
        </p:spPr>
        <p:txBody>
          <a:bodyPr anchorCtr="0" anchor="ctr" bIns="45700" lIns="91425" spcFirstLastPara="1" rIns="91425" wrap="square" tIns="45700">
            <a:normAutofit/>
          </a:bodyPr>
          <a:lstStyle>
            <a:lvl1pPr indent="-228600" lvl="0" marL="457200" marR="0" rtl="0" algn="l">
              <a:lnSpc>
                <a:spcPct val="90000"/>
              </a:lnSpc>
              <a:spcBef>
                <a:spcPts val="1000"/>
              </a:spcBef>
              <a:spcAft>
                <a:spcPts val="0"/>
              </a:spcAft>
              <a:buClr>
                <a:srgbClr val="595959"/>
              </a:buClr>
              <a:buSzPts val="1400"/>
              <a:buFont typeface="Fira Sans"/>
              <a:buNone/>
              <a:defRPr b="0" i="0" sz="1400" u="none" cap="none" strike="noStrike">
                <a:solidFill>
                  <a:srgbClr val="595959"/>
                </a:solidFill>
                <a:latin typeface="Verdana"/>
                <a:ea typeface="Verdana"/>
                <a:cs typeface="Verdana"/>
                <a:sym typeface="Verdana"/>
              </a:defRPr>
            </a:lvl1pPr>
            <a:lvl2pPr indent="-317500" lvl="1" marL="914400" marR="0" rtl="0" algn="l">
              <a:lnSpc>
                <a:spcPct val="90000"/>
              </a:lnSpc>
              <a:spcBef>
                <a:spcPts val="375"/>
              </a:spcBef>
              <a:spcAft>
                <a:spcPts val="0"/>
              </a:spcAft>
              <a:buClr>
                <a:srgbClr val="595959"/>
              </a:buClr>
              <a:buSzPts val="1400"/>
              <a:buFont typeface="Arial"/>
              <a:buChar char="•"/>
              <a:defRPr b="0" i="0" sz="1400" u="none" cap="none" strike="noStrike">
                <a:solidFill>
                  <a:srgbClr val="595959"/>
                </a:solidFill>
                <a:latin typeface="Calibri"/>
                <a:ea typeface="Calibri"/>
                <a:cs typeface="Calibri"/>
                <a:sym typeface="Calibri"/>
              </a:defRPr>
            </a:lvl2pPr>
            <a:lvl3pPr indent="-304800" lvl="2" marL="1371600" marR="0" rtl="0" algn="l">
              <a:lnSpc>
                <a:spcPct val="90000"/>
              </a:lnSpc>
              <a:spcBef>
                <a:spcPts val="375"/>
              </a:spcBef>
              <a:spcAft>
                <a:spcPts val="0"/>
              </a:spcAft>
              <a:buClr>
                <a:srgbClr val="595959"/>
              </a:buClr>
              <a:buSzPts val="1200"/>
              <a:buFont typeface="Arial"/>
              <a:buChar char="•"/>
              <a:defRPr b="0" i="0" sz="1200" u="none" cap="none" strike="noStrike">
                <a:solidFill>
                  <a:srgbClr val="595959"/>
                </a:solidFill>
                <a:latin typeface="Calibri"/>
                <a:ea typeface="Calibri"/>
                <a:cs typeface="Calibri"/>
                <a:sym typeface="Calibri"/>
              </a:defRPr>
            </a:lvl3pPr>
            <a:lvl4pPr indent="-276225" lvl="3" marL="1828800" marR="0" rtl="0" algn="l">
              <a:lnSpc>
                <a:spcPct val="90000"/>
              </a:lnSpc>
              <a:spcBef>
                <a:spcPts val="375"/>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4pPr>
            <a:lvl5pPr indent="-228600" lvl="4" marL="22860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5pPr>
            <a:lvl6pPr indent="-228600" lvl="5" marL="27432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6pPr>
            <a:lvl7pPr indent="-228600" lvl="6" marL="32004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7pPr>
            <a:lvl8pPr indent="-228600" lvl="7" marL="36576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8pPr>
            <a:lvl9pPr indent="-228600" lvl="8" marL="41148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9pPr>
          </a:lstStyle>
          <a:p/>
        </p:txBody>
      </p:sp>
      <p:sp>
        <p:nvSpPr>
          <p:cNvPr id="85" name="Google Shape;85;p29"/>
          <p:cNvSpPr txBox="1"/>
          <p:nvPr>
            <p:ph idx="3" type="body"/>
          </p:nvPr>
        </p:nvSpPr>
        <p:spPr>
          <a:xfrm>
            <a:off x="6187046" y="2087133"/>
            <a:ext cx="2327115" cy="2749190"/>
          </a:xfrm>
          <a:prstGeom prst="rect">
            <a:avLst/>
          </a:prstGeom>
          <a:noFill/>
          <a:ln>
            <a:noFill/>
          </a:ln>
        </p:spPr>
        <p:txBody>
          <a:bodyPr anchorCtr="0" anchor="ctr" bIns="45700" lIns="91425" spcFirstLastPara="1" rIns="91425" wrap="square" tIns="45700">
            <a:normAutofit/>
          </a:bodyPr>
          <a:lstStyle>
            <a:lvl1pPr indent="-228600" lvl="0" marL="457200" marR="0" rtl="0" algn="l">
              <a:lnSpc>
                <a:spcPct val="90000"/>
              </a:lnSpc>
              <a:spcBef>
                <a:spcPts val="1000"/>
              </a:spcBef>
              <a:spcAft>
                <a:spcPts val="0"/>
              </a:spcAft>
              <a:buClr>
                <a:srgbClr val="595959"/>
              </a:buClr>
              <a:buSzPts val="1400"/>
              <a:buFont typeface="Fira Sans"/>
              <a:buNone/>
              <a:defRPr b="0" i="0" sz="1400" u="none" cap="none" strike="noStrike">
                <a:solidFill>
                  <a:srgbClr val="595959"/>
                </a:solidFill>
                <a:latin typeface="Verdana"/>
                <a:ea typeface="Verdana"/>
                <a:cs typeface="Verdana"/>
                <a:sym typeface="Verdana"/>
              </a:defRPr>
            </a:lvl1pPr>
            <a:lvl2pPr indent="-317500" lvl="1" marL="914400" marR="0" rtl="0" algn="l">
              <a:lnSpc>
                <a:spcPct val="90000"/>
              </a:lnSpc>
              <a:spcBef>
                <a:spcPts val="375"/>
              </a:spcBef>
              <a:spcAft>
                <a:spcPts val="0"/>
              </a:spcAft>
              <a:buClr>
                <a:srgbClr val="595959"/>
              </a:buClr>
              <a:buSzPts val="1400"/>
              <a:buFont typeface="Arial"/>
              <a:buChar char="•"/>
              <a:defRPr b="0" i="0" sz="1400" u="none" cap="none" strike="noStrike">
                <a:solidFill>
                  <a:srgbClr val="595959"/>
                </a:solidFill>
                <a:latin typeface="Calibri"/>
                <a:ea typeface="Calibri"/>
                <a:cs typeface="Calibri"/>
                <a:sym typeface="Calibri"/>
              </a:defRPr>
            </a:lvl2pPr>
            <a:lvl3pPr indent="-304800" lvl="2" marL="1371600" marR="0" rtl="0" algn="l">
              <a:lnSpc>
                <a:spcPct val="90000"/>
              </a:lnSpc>
              <a:spcBef>
                <a:spcPts val="375"/>
              </a:spcBef>
              <a:spcAft>
                <a:spcPts val="0"/>
              </a:spcAft>
              <a:buClr>
                <a:srgbClr val="595959"/>
              </a:buClr>
              <a:buSzPts val="1200"/>
              <a:buFont typeface="Arial"/>
              <a:buChar char="•"/>
              <a:defRPr b="0" i="0" sz="1200" u="none" cap="none" strike="noStrike">
                <a:solidFill>
                  <a:srgbClr val="595959"/>
                </a:solidFill>
                <a:latin typeface="Calibri"/>
                <a:ea typeface="Calibri"/>
                <a:cs typeface="Calibri"/>
                <a:sym typeface="Calibri"/>
              </a:defRPr>
            </a:lvl3pPr>
            <a:lvl4pPr indent="-276225" lvl="3" marL="1828800" marR="0" rtl="0" algn="l">
              <a:lnSpc>
                <a:spcPct val="90000"/>
              </a:lnSpc>
              <a:spcBef>
                <a:spcPts val="375"/>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4pPr>
            <a:lvl5pPr indent="-228600" lvl="4" marL="22860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5pPr>
            <a:lvl6pPr indent="-228600" lvl="5" marL="27432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6pPr>
            <a:lvl7pPr indent="-228600" lvl="6" marL="32004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7pPr>
            <a:lvl8pPr indent="-228600" lvl="7" marL="36576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8pPr>
            <a:lvl9pPr indent="-228600" lvl="8" marL="4114800" marR="0" rtl="0" algn="l">
              <a:lnSpc>
                <a:spcPct val="90000"/>
              </a:lnSpc>
              <a:spcBef>
                <a:spcPts val="500"/>
              </a:spcBef>
              <a:spcAft>
                <a:spcPts val="0"/>
              </a:spcAft>
              <a:buClr>
                <a:schemeClr val="dk1"/>
              </a:buClr>
              <a:buSzPts val="750"/>
              <a:buFont typeface="Arial"/>
              <a:buNone/>
              <a:defRPr b="0" i="0" sz="750" u="none" cap="none" strike="noStrike">
                <a:solidFill>
                  <a:schemeClr val="dk1"/>
                </a:solidFill>
                <a:latin typeface="Calibri"/>
                <a:ea typeface="Calibri"/>
                <a:cs typeface="Calibri"/>
                <a:sym typeface="Calibri"/>
              </a:defRPr>
            </a:lvl9pPr>
          </a:lstStyle>
          <a:p/>
        </p:txBody>
      </p:sp>
      <p:sp>
        <p:nvSpPr>
          <p:cNvPr id="86" name="Google Shape;86;p29"/>
          <p:cNvSpPr txBox="1"/>
          <p:nvPr>
            <p:ph idx="4" type="body"/>
          </p:nvPr>
        </p:nvSpPr>
        <p:spPr>
          <a:xfrm>
            <a:off x="713184" y="1431580"/>
            <a:ext cx="2242583" cy="571500"/>
          </a:xfrm>
          <a:prstGeom prst="rect">
            <a:avLst/>
          </a:prstGeom>
          <a:noFill/>
          <a:ln>
            <a:noFill/>
          </a:ln>
        </p:spPr>
        <p:txBody>
          <a:bodyPr anchorCtr="0" anchor="t" bIns="45700" lIns="91425" spcFirstLastPara="1" rIns="91425" wrap="square" tIns="45700">
            <a:normAutofit/>
          </a:bodyPr>
          <a:lstStyle>
            <a:lvl1pPr indent="-228600" lvl="0" marL="457200" marR="0" rtl="0" algn="l">
              <a:lnSpc>
                <a:spcPct val="90000"/>
              </a:lnSpc>
              <a:spcBef>
                <a:spcPts val="1000"/>
              </a:spcBef>
              <a:spcAft>
                <a:spcPts val="0"/>
              </a:spcAft>
              <a:buClr>
                <a:srgbClr val="727272"/>
              </a:buClr>
              <a:buSzPts val="1500"/>
              <a:buFont typeface="Arial"/>
              <a:buNone/>
              <a:defRPr b="1" i="0" sz="1500" u="none" cap="none" strike="noStrike">
                <a:solidFill>
                  <a:srgbClr val="727272"/>
                </a:solidFill>
                <a:latin typeface="Verdana"/>
                <a:ea typeface="Verdana"/>
                <a:cs typeface="Verdana"/>
                <a:sym typeface="Verdana"/>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7" name="Google Shape;87;p29"/>
          <p:cNvSpPr txBox="1"/>
          <p:nvPr>
            <p:ph idx="5" type="body"/>
          </p:nvPr>
        </p:nvSpPr>
        <p:spPr>
          <a:xfrm>
            <a:off x="3408443" y="1431579"/>
            <a:ext cx="2327115" cy="571500"/>
          </a:xfrm>
          <a:prstGeom prst="rect">
            <a:avLst/>
          </a:prstGeom>
          <a:noFill/>
          <a:ln>
            <a:noFill/>
          </a:ln>
        </p:spPr>
        <p:txBody>
          <a:bodyPr anchorCtr="0" anchor="t" bIns="45700" lIns="91425" spcFirstLastPara="1" rIns="91425" wrap="square" tIns="45700">
            <a:normAutofit/>
          </a:bodyPr>
          <a:lstStyle>
            <a:lvl1pPr indent="-228600" lvl="0" marL="457200" marR="0" rtl="0" algn="l">
              <a:lnSpc>
                <a:spcPct val="90000"/>
              </a:lnSpc>
              <a:spcBef>
                <a:spcPts val="1000"/>
              </a:spcBef>
              <a:spcAft>
                <a:spcPts val="0"/>
              </a:spcAft>
              <a:buClr>
                <a:srgbClr val="727272"/>
              </a:buClr>
              <a:buSzPts val="1500"/>
              <a:buFont typeface="Arial"/>
              <a:buNone/>
              <a:defRPr b="1" i="0" sz="1500" u="none" cap="none" strike="noStrike">
                <a:solidFill>
                  <a:srgbClr val="727272"/>
                </a:solidFill>
                <a:latin typeface="Verdana"/>
                <a:ea typeface="Verdana"/>
                <a:cs typeface="Verdana"/>
                <a:sym typeface="Verdana"/>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8" name="Google Shape;88;p29"/>
          <p:cNvSpPr txBox="1"/>
          <p:nvPr>
            <p:ph idx="6" type="body"/>
          </p:nvPr>
        </p:nvSpPr>
        <p:spPr>
          <a:xfrm>
            <a:off x="6187046" y="1431579"/>
            <a:ext cx="2327115" cy="571500"/>
          </a:xfrm>
          <a:prstGeom prst="rect">
            <a:avLst/>
          </a:prstGeom>
          <a:noFill/>
          <a:ln>
            <a:noFill/>
          </a:ln>
        </p:spPr>
        <p:txBody>
          <a:bodyPr anchorCtr="0" anchor="t" bIns="45700" lIns="91425" spcFirstLastPara="1" rIns="91425" wrap="square" tIns="45700">
            <a:normAutofit/>
          </a:bodyPr>
          <a:lstStyle>
            <a:lvl1pPr indent="-228600" lvl="0" marL="457200" marR="0" rtl="0" algn="l">
              <a:lnSpc>
                <a:spcPct val="90000"/>
              </a:lnSpc>
              <a:spcBef>
                <a:spcPts val="1000"/>
              </a:spcBef>
              <a:spcAft>
                <a:spcPts val="0"/>
              </a:spcAft>
              <a:buClr>
                <a:srgbClr val="727272"/>
              </a:buClr>
              <a:buSzPts val="1500"/>
              <a:buFont typeface="Arial"/>
              <a:buNone/>
              <a:defRPr b="1" i="0" sz="1500" u="none" cap="none" strike="noStrike">
                <a:solidFill>
                  <a:srgbClr val="727272"/>
                </a:solidFill>
                <a:latin typeface="Verdana"/>
                <a:ea typeface="Verdana"/>
                <a:cs typeface="Verdana"/>
                <a:sym typeface="Verdana"/>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cxnSp>
        <p:nvCxnSpPr>
          <p:cNvPr id="89" name="Google Shape;89;p29"/>
          <p:cNvCxnSpPr/>
          <p:nvPr/>
        </p:nvCxnSpPr>
        <p:spPr>
          <a:xfrm>
            <a:off x="3188525" y="2082871"/>
            <a:ext cx="0" cy="2752106"/>
          </a:xfrm>
          <a:prstGeom prst="straightConnector1">
            <a:avLst/>
          </a:prstGeom>
          <a:noFill/>
          <a:ln cap="flat" cmpd="sng" w="12700">
            <a:solidFill>
              <a:srgbClr val="004C7E"/>
            </a:solidFill>
            <a:prstDash val="solid"/>
            <a:miter lim="800000"/>
            <a:headEnd len="sm" w="sm" type="none"/>
            <a:tailEnd len="sm" w="sm" type="none"/>
          </a:ln>
        </p:spPr>
      </p:cxnSp>
      <p:cxnSp>
        <p:nvCxnSpPr>
          <p:cNvPr id="90" name="Google Shape;90;p29"/>
          <p:cNvCxnSpPr/>
          <p:nvPr/>
        </p:nvCxnSpPr>
        <p:spPr>
          <a:xfrm>
            <a:off x="5956960" y="2082871"/>
            <a:ext cx="0" cy="2752106"/>
          </a:xfrm>
          <a:prstGeom prst="straightConnector1">
            <a:avLst/>
          </a:prstGeom>
          <a:noFill/>
          <a:ln cap="flat" cmpd="sng" w="12700">
            <a:solidFill>
              <a:srgbClr val="004C7E"/>
            </a:solidFill>
            <a:prstDash val="solid"/>
            <a:miter lim="800000"/>
            <a:headEnd len="sm" w="sm" type="none"/>
            <a:tailEnd len="sm" w="sm" type="none"/>
          </a:ln>
        </p:spPr>
      </p:cxnSp>
      <p:sp>
        <p:nvSpPr>
          <p:cNvPr id="91" name="Google Shape;91;p29"/>
          <p:cNvSpPr txBox="1"/>
          <p:nvPr>
            <p:ph idx="7" type="body"/>
          </p:nvPr>
        </p:nvSpPr>
        <p:spPr>
          <a:xfrm>
            <a:off x="246583" y="4934254"/>
            <a:ext cx="7590251" cy="187819"/>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chemeClr val="lt2"/>
              </a:buClr>
              <a:buSzPts val="1100"/>
              <a:buFont typeface="Arial"/>
              <a:buNone/>
              <a:defRPr b="0" i="0" sz="1100" u="none" cap="none" strike="noStrike">
                <a:solidFill>
                  <a:schemeClr val="lt2"/>
                </a:solidFill>
                <a:latin typeface="Verdana"/>
                <a:ea typeface="Verdana"/>
                <a:cs typeface="Verdana"/>
                <a:sym typeface="Verdana"/>
              </a:defRPr>
            </a:lvl1pPr>
            <a:lvl2pPr indent="-276225" lvl="1" marL="9144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2pPr>
            <a:lvl3pPr indent="-276225" lvl="2" marL="13716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3pPr>
            <a:lvl4pPr indent="-276225" lvl="3" marL="18288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4pPr>
            <a:lvl5pPr indent="-276225" lvl="4" marL="2286000" marR="0" rtl="0" algn="l">
              <a:lnSpc>
                <a:spcPct val="90000"/>
              </a:lnSpc>
              <a:spcBef>
                <a:spcPts val="500"/>
              </a:spcBef>
              <a:spcAft>
                <a:spcPts val="0"/>
              </a:spcAft>
              <a:buClr>
                <a:schemeClr val="dk1"/>
              </a:buClr>
              <a:buSzPts val="750"/>
              <a:buFont typeface="Arial"/>
              <a:buChar char="•"/>
              <a:defRPr b="0" i="0" sz="75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pic>
        <p:nvPicPr>
          <p:cNvPr descr="HR Excellence in Research" id="92" name="Google Shape;92;p29"/>
          <p:cNvPicPr preferRelativeResize="0"/>
          <p:nvPr/>
        </p:nvPicPr>
        <p:blipFill rotWithShape="1">
          <a:blip r:embed="rId2">
            <a:alphaModFix/>
          </a:blip>
          <a:srcRect b="0" l="0" r="0" t="0"/>
          <a:stretch/>
        </p:blipFill>
        <p:spPr>
          <a:xfrm>
            <a:off x="7904136" y="158533"/>
            <a:ext cx="789743" cy="534204"/>
          </a:xfrm>
          <a:prstGeom prst="rect">
            <a:avLst/>
          </a:prstGeom>
          <a:noFill/>
          <a:ln>
            <a:noFill/>
          </a:ln>
        </p:spPr>
      </p:pic>
      <p:pic>
        <p:nvPicPr>
          <p:cNvPr descr="Università degli Studi di Firenze. Da un secolo, oltre." id="93" name="Google Shape;93;p29"/>
          <p:cNvPicPr preferRelativeResize="0"/>
          <p:nvPr/>
        </p:nvPicPr>
        <p:blipFill rotWithShape="1">
          <a:blip r:embed="rId3">
            <a:alphaModFix/>
          </a:blip>
          <a:srcRect b="0" l="0" r="0" t="0"/>
          <a:stretch/>
        </p:blipFill>
        <p:spPr>
          <a:xfrm>
            <a:off x="218007" y="149443"/>
            <a:ext cx="948332" cy="531242"/>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8" name="Shape 98"/>
        <p:cNvGrpSpPr/>
        <p:nvPr/>
      </p:nvGrpSpPr>
      <p:grpSpPr>
        <a:xfrm>
          <a:off x="0" y="0"/>
          <a:ext cx="0" cy="0"/>
          <a:chOff x="0" y="0"/>
          <a:chExt cx="0" cy="0"/>
        </a:xfrm>
      </p:grpSpPr>
      <p:sp>
        <p:nvSpPr>
          <p:cNvPr id="99" name="Google Shape;99;p31"/>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00" name="Google Shape;100;p31"/>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01" name="Google Shape;101;p3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02" name="Shape 102"/>
        <p:cNvGrpSpPr/>
        <p:nvPr/>
      </p:nvGrpSpPr>
      <p:grpSpPr>
        <a:xfrm>
          <a:off x="0" y="0"/>
          <a:ext cx="0" cy="0"/>
          <a:chOff x="0" y="0"/>
          <a:chExt cx="0" cy="0"/>
        </a:xfrm>
      </p:grpSpPr>
      <p:sp>
        <p:nvSpPr>
          <p:cNvPr id="103" name="Google Shape;103;p32"/>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04" name="Google Shape;104;p3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3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07" name="Google Shape;107;p33"/>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08" name="Google Shape;108;p3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09" name="Shape 109"/>
        <p:cNvGrpSpPr/>
        <p:nvPr/>
      </p:nvGrpSpPr>
      <p:grpSpPr>
        <a:xfrm>
          <a:off x="0" y="0"/>
          <a:ext cx="0" cy="0"/>
          <a:chOff x="0" y="0"/>
          <a:chExt cx="0" cy="0"/>
        </a:xfrm>
      </p:grpSpPr>
      <p:sp>
        <p:nvSpPr>
          <p:cNvPr id="110" name="Google Shape;110;p34"/>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11" name="Google Shape;111;p34"/>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112" name="Google Shape;112;p34"/>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113" name="Google Shape;113;p3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14" name="Shape 114"/>
        <p:cNvGrpSpPr/>
        <p:nvPr/>
      </p:nvGrpSpPr>
      <p:grpSpPr>
        <a:xfrm>
          <a:off x="0" y="0"/>
          <a:ext cx="0" cy="0"/>
          <a:chOff x="0" y="0"/>
          <a:chExt cx="0" cy="0"/>
        </a:xfrm>
      </p:grpSpPr>
      <p:sp>
        <p:nvSpPr>
          <p:cNvPr id="115" name="Google Shape;115;p3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16" name="Google Shape;116;p3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17" name="Shape 117"/>
        <p:cNvGrpSpPr/>
        <p:nvPr/>
      </p:nvGrpSpPr>
      <p:grpSpPr>
        <a:xfrm>
          <a:off x="0" y="0"/>
          <a:ext cx="0" cy="0"/>
          <a:chOff x="0" y="0"/>
          <a:chExt cx="0" cy="0"/>
        </a:xfrm>
      </p:grpSpPr>
      <p:sp>
        <p:nvSpPr>
          <p:cNvPr id="118" name="Google Shape;118;p36"/>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119" name="Google Shape;119;p36"/>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120" name="Google Shape;120;p3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121" name="Shape 121"/>
        <p:cNvGrpSpPr/>
        <p:nvPr/>
      </p:nvGrpSpPr>
      <p:grpSpPr>
        <a:xfrm>
          <a:off x="0" y="0"/>
          <a:ext cx="0" cy="0"/>
          <a:chOff x="0" y="0"/>
          <a:chExt cx="0" cy="0"/>
        </a:xfrm>
      </p:grpSpPr>
      <p:sp>
        <p:nvSpPr>
          <p:cNvPr id="122" name="Google Shape;122;p37"/>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123" name="Google Shape;123;p3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24" name="Shape 124"/>
        <p:cNvGrpSpPr/>
        <p:nvPr/>
      </p:nvGrpSpPr>
      <p:grpSpPr>
        <a:xfrm>
          <a:off x="0" y="0"/>
          <a:ext cx="0" cy="0"/>
          <a:chOff x="0" y="0"/>
          <a:chExt cx="0" cy="0"/>
        </a:xfrm>
      </p:grpSpPr>
      <p:sp>
        <p:nvSpPr>
          <p:cNvPr id="125" name="Google Shape;125;p38"/>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 name="Google Shape;126;p38"/>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127" name="Google Shape;127;p38"/>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128" name="Google Shape;128;p38"/>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29" name="Google Shape;129;p3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30" name="Shape 130"/>
        <p:cNvGrpSpPr/>
        <p:nvPr/>
      </p:nvGrpSpPr>
      <p:grpSpPr>
        <a:xfrm>
          <a:off x="0" y="0"/>
          <a:ext cx="0" cy="0"/>
          <a:chOff x="0" y="0"/>
          <a:chExt cx="0" cy="0"/>
        </a:xfrm>
      </p:grpSpPr>
      <p:sp>
        <p:nvSpPr>
          <p:cNvPr id="131" name="Google Shape;131;p39"/>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32" name="Google Shape;132;p3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33" name="Shape 133"/>
        <p:cNvGrpSpPr/>
        <p:nvPr/>
      </p:nvGrpSpPr>
      <p:grpSpPr>
        <a:xfrm>
          <a:off x="0" y="0"/>
          <a:ext cx="0" cy="0"/>
          <a:chOff x="0" y="0"/>
          <a:chExt cx="0" cy="0"/>
        </a:xfrm>
      </p:grpSpPr>
      <p:sp>
        <p:nvSpPr>
          <p:cNvPr id="134" name="Google Shape;134;p40"/>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135" name="Google Shape;135;p40"/>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136" name="Google Shape;136;p4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37" name="Shape 137"/>
        <p:cNvGrpSpPr/>
        <p:nvPr/>
      </p:nvGrpSpPr>
      <p:grpSpPr>
        <a:xfrm>
          <a:off x="0" y="0"/>
          <a:ext cx="0" cy="0"/>
          <a:chOff x="0" y="0"/>
          <a:chExt cx="0" cy="0"/>
        </a:xfrm>
      </p:grpSpPr>
      <p:sp>
        <p:nvSpPr>
          <p:cNvPr id="138" name="Google Shape;138;p4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0"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slideLayout" Target="../slideLayouts/slideLayout11.xml"/><Relationship Id="rId3" Type="http://schemas.openxmlformats.org/officeDocument/2006/relationships/slideLayout" Target="../slideLayouts/slideLayout12.xml"/><Relationship Id="rId4" Type="http://schemas.openxmlformats.org/officeDocument/2006/relationships/slideLayout" Target="../slideLayouts/slideLayout13.xml"/><Relationship Id="rId11" Type="http://schemas.openxmlformats.org/officeDocument/2006/relationships/slideLayout" Target="../slideLayouts/slideLayout20.xml"/><Relationship Id="rId10" Type="http://schemas.openxmlformats.org/officeDocument/2006/relationships/slideLayout" Target="../slideLayouts/slideLayout19.xml"/><Relationship Id="rId12" Type="http://schemas.openxmlformats.org/officeDocument/2006/relationships/theme" Target="../theme/theme2.xml"/><Relationship Id="rId9" Type="http://schemas.openxmlformats.org/officeDocument/2006/relationships/slideLayout" Target="../slideLayouts/slideLayout18.xml"/><Relationship Id="rId5" Type="http://schemas.openxmlformats.org/officeDocument/2006/relationships/slideLayout" Target="../slideLayouts/slideLayout14.xml"/><Relationship Id="rId6" Type="http://schemas.openxmlformats.org/officeDocument/2006/relationships/slideLayout" Target="../slideLayouts/slideLayout15.xml"/><Relationship Id="rId7" Type="http://schemas.openxmlformats.org/officeDocument/2006/relationships/slideLayout" Target="../slideLayouts/slideLayout16.xml"/><Relationship Id="rId8" Type="http://schemas.openxmlformats.org/officeDocument/2006/relationships/slideLayout" Target="../slideLayouts/slideLayout17.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94" name="Shape 94"/>
        <p:cNvGrpSpPr/>
        <p:nvPr/>
      </p:nvGrpSpPr>
      <p:grpSpPr>
        <a:xfrm>
          <a:off x="0" y="0"/>
          <a:ext cx="0" cy="0"/>
          <a:chOff x="0" y="0"/>
          <a:chExt cx="0" cy="0"/>
        </a:xfrm>
      </p:grpSpPr>
      <p:sp>
        <p:nvSpPr>
          <p:cNvPr id="95" name="Google Shape;95;p3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96" name="Google Shape;96;p30"/>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97" name="Google Shape;97;p3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it"/>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7.pn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15.png"/><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9.png"/><Relationship Id="rId4"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4.png"/><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1"/>
          <p:cNvSpPr txBox="1"/>
          <p:nvPr>
            <p:ph type="title"/>
          </p:nvPr>
        </p:nvSpPr>
        <p:spPr>
          <a:xfrm>
            <a:off x="1257300" y="1461327"/>
            <a:ext cx="7043700" cy="548100"/>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lt1"/>
              </a:buClr>
              <a:buSzPts val="3500"/>
              <a:buFont typeface="Verdana"/>
              <a:buNone/>
            </a:pPr>
            <a:r>
              <a:rPr lang="it"/>
              <a:t>N-gram Histogram Computation</a:t>
            </a:r>
            <a:endParaRPr/>
          </a:p>
        </p:txBody>
      </p:sp>
      <p:sp>
        <p:nvSpPr>
          <p:cNvPr id="145" name="Google Shape;145;p1"/>
          <p:cNvSpPr txBox="1"/>
          <p:nvPr>
            <p:ph idx="2" type="body"/>
          </p:nvPr>
        </p:nvSpPr>
        <p:spPr>
          <a:xfrm>
            <a:off x="1257300" y="4079188"/>
            <a:ext cx="5455500" cy="267900"/>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rgbClr val="004C7E"/>
              </a:buClr>
              <a:buSzPts val="2000"/>
              <a:buNone/>
            </a:pPr>
            <a:r>
              <a:rPr lang="it"/>
              <a:t>Candidato: Mattia Manneschi</a:t>
            </a:r>
            <a:endParaRPr/>
          </a:p>
        </p:txBody>
      </p:sp>
      <p:sp>
        <p:nvSpPr>
          <p:cNvPr id="146" name="Google Shape;146;p1"/>
          <p:cNvSpPr txBox="1"/>
          <p:nvPr>
            <p:ph type="title"/>
          </p:nvPr>
        </p:nvSpPr>
        <p:spPr>
          <a:xfrm>
            <a:off x="1257300" y="2571750"/>
            <a:ext cx="5793900" cy="407400"/>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lt1"/>
              </a:buClr>
              <a:buSzPts val="3500"/>
              <a:buFont typeface="Verdana"/>
              <a:buNone/>
            </a:pPr>
            <a:r>
              <a:rPr lang="it" sz="2000"/>
              <a:t>Parallel text analysis using OpenMP</a:t>
            </a:r>
            <a:endParaRPr sz="2000"/>
          </a:p>
          <a:p>
            <a:pPr indent="0" lvl="0" marL="0" rtl="0" algn="l">
              <a:lnSpc>
                <a:spcPct val="90000"/>
              </a:lnSpc>
              <a:spcBef>
                <a:spcPts val="0"/>
              </a:spcBef>
              <a:spcAft>
                <a:spcPts val="0"/>
              </a:spcAft>
              <a:buClr>
                <a:schemeClr val="lt1"/>
              </a:buClr>
              <a:buSzPts val="3500"/>
              <a:buFont typeface="Verdana"/>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2"/>
          <p:cNvSpPr txBox="1"/>
          <p:nvPr>
            <p:ph type="title"/>
          </p:nvPr>
        </p:nvSpPr>
        <p:spPr>
          <a:xfrm>
            <a:off x="520051" y="782220"/>
            <a:ext cx="8103900" cy="641025"/>
          </a:xfrm>
          <a:prstGeom prst="rect">
            <a:avLst/>
          </a:prstGeom>
          <a:noFill/>
          <a:ln>
            <a:noFill/>
          </a:ln>
        </p:spPr>
        <p:txBody>
          <a:bodyPr anchorCtr="0" anchor="t" bIns="45700" lIns="91425" spcFirstLastPara="1" rIns="91425" wrap="square" tIns="45700">
            <a:noAutofit/>
          </a:bodyPr>
          <a:lstStyle/>
          <a:p>
            <a:pPr indent="0" lvl="0" marL="0" rtl="0" algn="l">
              <a:lnSpc>
                <a:spcPct val="120000"/>
              </a:lnSpc>
              <a:spcBef>
                <a:spcPts val="0"/>
              </a:spcBef>
              <a:spcAft>
                <a:spcPts val="0"/>
              </a:spcAft>
              <a:buClr>
                <a:schemeClr val="dk1"/>
              </a:buClr>
              <a:buSzPts val="2400"/>
              <a:buFont typeface="Verdana"/>
              <a:buNone/>
            </a:pPr>
            <a:r>
              <a:rPr lang="it"/>
              <a:t>Introduction - Problem Statement</a:t>
            </a:r>
            <a:endParaRPr/>
          </a:p>
        </p:txBody>
      </p:sp>
      <p:sp>
        <p:nvSpPr>
          <p:cNvPr id="153" name="Google Shape;153;p2"/>
          <p:cNvSpPr txBox="1"/>
          <p:nvPr>
            <p:ph idx="1" type="body"/>
          </p:nvPr>
        </p:nvSpPr>
        <p:spPr>
          <a:xfrm>
            <a:off x="246533" y="4907779"/>
            <a:ext cx="7590300" cy="187800"/>
          </a:xfrm>
          <a:prstGeom prst="rect">
            <a:avLst/>
          </a:prstGeom>
          <a:noFill/>
          <a:ln>
            <a:noFill/>
          </a:ln>
        </p:spPr>
        <p:txBody>
          <a:bodyPr anchorCtr="0" anchor="t" bIns="45700" lIns="91425" spcFirstLastPara="1" rIns="91425" wrap="square" tIns="45700">
            <a:noAutofit/>
          </a:bodyPr>
          <a:lstStyle/>
          <a:p>
            <a:pPr indent="-228600" lvl="0" marL="228600" rtl="0" algn="l">
              <a:lnSpc>
                <a:spcPct val="90000"/>
              </a:lnSpc>
              <a:spcBef>
                <a:spcPts val="0"/>
              </a:spcBef>
              <a:spcAft>
                <a:spcPts val="0"/>
              </a:spcAft>
              <a:buClr>
                <a:schemeClr val="lt2"/>
              </a:buClr>
              <a:buSzPts val="1100"/>
              <a:buFont typeface="Arial"/>
              <a:buNone/>
            </a:pPr>
            <a:r>
              <a:rPr lang="it"/>
              <a:t>Introduction</a:t>
            </a:r>
            <a:endParaRPr/>
          </a:p>
        </p:txBody>
      </p:sp>
      <p:sp>
        <p:nvSpPr>
          <p:cNvPr id="154" name="Google Shape;154;p2"/>
          <p:cNvSpPr txBox="1"/>
          <p:nvPr/>
        </p:nvSpPr>
        <p:spPr>
          <a:xfrm>
            <a:off x="520050" y="1401897"/>
            <a:ext cx="7438200" cy="31932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chemeClr val="dk1"/>
              </a:buClr>
              <a:buSzPts val="1100"/>
              <a:buFont typeface="Arial"/>
              <a:buNone/>
            </a:pPr>
            <a:r>
              <a:rPr b="1" i="0" lang="it" sz="1100" u="none" cap="none" strike="noStrike">
                <a:solidFill>
                  <a:schemeClr val="dk1"/>
                </a:solidFill>
                <a:latin typeface="Arial"/>
                <a:ea typeface="Arial"/>
                <a:cs typeface="Arial"/>
                <a:sym typeface="Arial"/>
              </a:rPr>
              <a:t>The Challenge</a:t>
            </a:r>
            <a:r>
              <a:rPr b="0" i="0" lang="it" sz="1100" u="none" cap="none" strike="noStrike">
                <a:solidFill>
                  <a:schemeClr val="dk1"/>
                </a:solidFill>
                <a:latin typeface="Arial"/>
                <a:ea typeface="Arial"/>
                <a:cs typeface="Arial"/>
                <a:sym typeface="Arial"/>
              </a:rPr>
              <a:t>:</a:t>
            </a:r>
            <a:endParaRPr b="0" i="0" sz="1100" u="none" cap="none" strike="noStrike">
              <a:solidFill>
                <a:schemeClr val="dk1"/>
              </a:solidFill>
              <a:latin typeface="Arial"/>
              <a:ea typeface="Arial"/>
              <a:cs typeface="Arial"/>
              <a:sym typeface="Arial"/>
            </a:endParaRPr>
          </a:p>
          <a:p>
            <a:pPr indent="-298450" lvl="0" marL="457200" marR="0" rtl="0" algn="l">
              <a:lnSpc>
                <a:spcPct val="115000"/>
              </a:lnSpc>
              <a:spcBef>
                <a:spcPts val="0"/>
              </a:spcBef>
              <a:spcAft>
                <a:spcPts val="0"/>
              </a:spcAft>
              <a:buClr>
                <a:schemeClr val="dk1"/>
              </a:buClr>
              <a:buSzPts val="1100"/>
              <a:buFont typeface="Arial"/>
              <a:buChar char="-"/>
            </a:pPr>
            <a:r>
              <a:rPr b="0" i="0" lang="it" sz="1100" u="none" cap="none" strike="noStrike">
                <a:solidFill>
                  <a:schemeClr val="dk1"/>
                </a:solidFill>
                <a:latin typeface="Arial"/>
                <a:ea typeface="Arial"/>
                <a:cs typeface="Arial"/>
                <a:sym typeface="Arial"/>
              </a:rPr>
              <a:t>Computing n-gram frequencies is a computationally intensive task when dealing with massive text corpora (Big Data).</a:t>
            </a:r>
            <a:endParaRPr b="0" i="0" sz="1100" u="none" cap="none" strike="noStrike">
              <a:solidFill>
                <a:schemeClr val="dk1"/>
              </a:solidFill>
              <a:latin typeface="Arial"/>
              <a:ea typeface="Arial"/>
              <a:cs typeface="Arial"/>
              <a:sym typeface="Arial"/>
            </a:endParaRPr>
          </a:p>
          <a:p>
            <a:pPr indent="-298450" lvl="0" marL="457200" marR="0" rtl="0" algn="l">
              <a:lnSpc>
                <a:spcPct val="115000"/>
              </a:lnSpc>
              <a:spcBef>
                <a:spcPts val="0"/>
              </a:spcBef>
              <a:spcAft>
                <a:spcPts val="0"/>
              </a:spcAft>
              <a:buClr>
                <a:schemeClr val="dk1"/>
              </a:buClr>
              <a:buSzPts val="1100"/>
              <a:buFont typeface="Arial"/>
              <a:buChar char="-"/>
            </a:pPr>
            <a:r>
              <a:rPr b="0" i="0" lang="it" sz="1100" u="none" cap="none" strike="noStrike">
                <a:solidFill>
                  <a:schemeClr val="dk1"/>
                </a:solidFill>
                <a:latin typeface="Arial"/>
                <a:ea typeface="Arial"/>
                <a:cs typeface="Arial"/>
                <a:sym typeface="Arial"/>
              </a:rPr>
              <a:t>The primary bottleneck is the </a:t>
            </a:r>
            <a:r>
              <a:rPr b="1" i="0" lang="it" sz="1100" u="none" cap="none" strike="noStrike">
                <a:solidFill>
                  <a:schemeClr val="dk1"/>
                </a:solidFill>
                <a:latin typeface="Arial"/>
                <a:ea typeface="Arial"/>
                <a:cs typeface="Arial"/>
                <a:sym typeface="Arial"/>
              </a:rPr>
              <a:t>Memory Wall</a:t>
            </a:r>
            <a:r>
              <a:rPr b="0" i="0" lang="it" sz="1100" u="none" cap="none" strike="noStrike">
                <a:solidFill>
                  <a:schemeClr val="dk1"/>
                </a:solidFill>
                <a:latin typeface="Arial"/>
                <a:ea typeface="Arial"/>
                <a:cs typeface="Arial"/>
                <a:sym typeface="Arial"/>
              </a:rPr>
              <a:t>: high frequency of memory accesses (hash map updates) compared to actual computation.</a:t>
            </a:r>
            <a:endParaRPr b="0" i="0"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1100"/>
              <a:buFont typeface="Arial"/>
              <a:buNone/>
            </a:pPr>
            <a:r>
              <a:rPr b="1" i="0" lang="it" sz="1100" u="none" cap="none" strike="noStrike">
                <a:solidFill>
                  <a:schemeClr val="dk1"/>
                </a:solidFill>
                <a:latin typeface="Arial"/>
                <a:ea typeface="Arial"/>
                <a:cs typeface="Arial"/>
                <a:sym typeface="Arial"/>
              </a:rPr>
              <a:t>The Problem</a:t>
            </a:r>
            <a:r>
              <a:rPr b="0" i="0" lang="it" sz="1100" u="none" cap="none" strike="noStrike">
                <a:solidFill>
                  <a:schemeClr val="dk1"/>
                </a:solidFill>
                <a:latin typeface="Arial"/>
                <a:ea typeface="Arial"/>
                <a:cs typeface="Arial"/>
                <a:sym typeface="Arial"/>
              </a:rPr>
              <a:t>:</a:t>
            </a:r>
            <a:endParaRPr b="0" i="0" sz="1100" u="none" cap="none" strike="noStrike">
              <a:solidFill>
                <a:schemeClr val="dk1"/>
              </a:solidFill>
              <a:latin typeface="Arial"/>
              <a:ea typeface="Arial"/>
              <a:cs typeface="Arial"/>
              <a:sym typeface="Arial"/>
            </a:endParaRPr>
          </a:p>
          <a:p>
            <a:pPr indent="-298450" lvl="0" marL="457200" marR="0" rtl="0" algn="l">
              <a:lnSpc>
                <a:spcPct val="115000"/>
              </a:lnSpc>
              <a:spcBef>
                <a:spcPts val="0"/>
              </a:spcBef>
              <a:spcAft>
                <a:spcPts val="0"/>
              </a:spcAft>
              <a:buClr>
                <a:schemeClr val="dk1"/>
              </a:buClr>
              <a:buSzPts val="1100"/>
              <a:buFont typeface="Arial"/>
              <a:buChar char="-"/>
            </a:pPr>
            <a:r>
              <a:rPr b="1" i="0" lang="it" sz="1100" u="none" cap="none" strike="noStrike">
                <a:solidFill>
                  <a:schemeClr val="dk1"/>
                </a:solidFill>
                <a:latin typeface="Arial"/>
                <a:ea typeface="Arial"/>
                <a:cs typeface="Arial"/>
                <a:sym typeface="Arial"/>
              </a:rPr>
              <a:t>Vocabulary Explosion</a:t>
            </a:r>
            <a:r>
              <a:rPr b="0" i="0" lang="it" sz="1100" u="none" cap="none" strike="noStrike">
                <a:solidFill>
                  <a:schemeClr val="dk1"/>
                </a:solidFill>
                <a:latin typeface="Arial"/>
                <a:ea typeface="Arial"/>
                <a:cs typeface="Arial"/>
                <a:sym typeface="Arial"/>
              </a:rPr>
              <a:t>: As n increases (from bigrams to trigrams), the number of unique sequences grows exponentially, leading to cache misses and high memory consumption.</a:t>
            </a:r>
            <a:endParaRPr b="0" i="0" sz="1100" u="none" cap="none" strike="noStrike">
              <a:solidFill>
                <a:schemeClr val="dk1"/>
              </a:solidFill>
              <a:latin typeface="Arial"/>
              <a:ea typeface="Arial"/>
              <a:cs typeface="Arial"/>
              <a:sym typeface="Arial"/>
            </a:endParaRPr>
          </a:p>
          <a:p>
            <a:pPr indent="-298450" lvl="0" marL="457200" marR="0" rtl="0" algn="l">
              <a:lnSpc>
                <a:spcPct val="115000"/>
              </a:lnSpc>
              <a:spcBef>
                <a:spcPts val="0"/>
              </a:spcBef>
              <a:spcAft>
                <a:spcPts val="0"/>
              </a:spcAft>
              <a:buClr>
                <a:schemeClr val="dk1"/>
              </a:buClr>
              <a:buSzPts val="1100"/>
              <a:buFont typeface="Arial"/>
              <a:buChar char="-"/>
            </a:pPr>
            <a:r>
              <a:rPr b="1" i="0" lang="it" sz="1100" u="none" cap="none" strike="noStrike">
                <a:solidFill>
                  <a:schemeClr val="dk1"/>
                </a:solidFill>
                <a:latin typeface="Arial"/>
                <a:ea typeface="Arial"/>
                <a:cs typeface="Arial"/>
                <a:sym typeface="Arial"/>
              </a:rPr>
              <a:t>Synchronization Overhead</a:t>
            </a:r>
            <a:r>
              <a:rPr b="0" i="0" lang="it" sz="1100" u="none" cap="none" strike="noStrike">
                <a:solidFill>
                  <a:schemeClr val="dk1"/>
                </a:solidFill>
                <a:latin typeface="Arial"/>
                <a:ea typeface="Arial"/>
                <a:cs typeface="Arial"/>
                <a:sym typeface="Arial"/>
              </a:rPr>
              <a:t>: Multiple threads trying to update the same global counter create "contention," slowing down the system.</a:t>
            </a:r>
            <a:endParaRPr b="0" i="0"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1100"/>
              <a:buFont typeface="Arial"/>
              <a:buNone/>
            </a:pPr>
            <a:r>
              <a:rPr b="1" i="0" lang="it" sz="1100" u="none" cap="none" strike="noStrike">
                <a:solidFill>
                  <a:schemeClr val="dk1"/>
                </a:solidFill>
                <a:latin typeface="Arial"/>
                <a:ea typeface="Arial"/>
                <a:cs typeface="Arial"/>
                <a:sym typeface="Arial"/>
              </a:rPr>
              <a:t>Project Goals</a:t>
            </a:r>
            <a:r>
              <a:rPr b="0" i="0" lang="it" sz="1100" u="none" cap="none" strike="noStrike">
                <a:solidFill>
                  <a:schemeClr val="dk1"/>
                </a:solidFill>
                <a:latin typeface="Arial"/>
                <a:ea typeface="Arial"/>
                <a:cs typeface="Arial"/>
                <a:sym typeface="Arial"/>
              </a:rPr>
              <a:t>:</a:t>
            </a:r>
            <a:endParaRPr b="0" i="0" sz="1100" u="none" cap="none" strike="noStrike">
              <a:solidFill>
                <a:schemeClr val="dk1"/>
              </a:solidFill>
              <a:latin typeface="Arial"/>
              <a:ea typeface="Arial"/>
              <a:cs typeface="Arial"/>
              <a:sym typeface="Arial"/>
            </a:endParaRPr>
          </a:p>
          <a:p>
            <a:pPr indent="-298450" lvl="0" marL="457200" marR="0" rtl="0" algn="l">
              <a:lnSpc>
                <a:spcPct val="115000"/>
              </a:lnSpc>
              <a:spcBef>
                <a:spcPts val="0"/>
              </a:spcBef>
              <a:spcAft>
                <a:spcPts val="0"/>
              </a:spcAft>
              <a:buClr>
                <a:schemeClr val="dk1"/>
              </a:buClr>
              <a:buSzPts val="1100"/>
              <a:buFont typeface="Arial"/>
              <a:buChar char="-"/>
            </a:pPr>
            <a:r>
              <a:rPr b="0" i="0" lang="it" sz="1100" u="none" cap="none" strike="noStrike">
                <a:solidFill>
                  <a:schemeClr val="dk1"/>
                </a:solidFill>
                <a:latin typeface="Arial"/>
                <a:ea typeface="Arial"/>
                <a:cs typeface="Arial"/>
                <a:sym typeface="Arial"/>
              </a:rPr>
              <a:t>Design and implement different parallelization patterns (</a:t>
            </a:r>
            <a:r>
              <a:rPr b="1" i="0" lang="it" sz="1100" u="none" cap="none" strike="noStrike">
                <a:solidFill>
                  <a:schemeClr val="dk1"/>
                </a:solidFill>
                <a:latin typeface="Arial"/>
                <a:ea typeface="Arial"/>
                <a:cs typeface="Arial"/>
                <a:sym typeface="Arial"/>
              </a:rPr>
              <a:t>OpenMP</a:t>
            </a:r>
            <a:r>
              <a:rPr b="0" i="0" lang="it" sz="1100" u="none" cap="none" strike="noStrike">
                <a:solidFill>
                  <a:schemeClr val="dk1"/>
                </a:solidFill>
                <a:latin typeface="Arial"/>
                <a:ea typeface="Arial"/>
                <a:cs typeface="Arial"/>
                <a:sym typeface="Arial"/>
              </a:rPr>
              <a:t>).</a:t>
            </a:r>
            <a:endParaRPr b="0" i="0" sz="1100" u="none" cap="none" strike="noStrike">
              <a:solidFill>
                <a:schemeClr val="dk1"/>
              </a:solidFill>
              <a:latin typeface="Arial"/>
              <a:ea typeface="Arial"/>
              <a:cs typeface="Arial"/>
              <a:sym typeface="Arial"/>
            </a:endParaRPr>
          </a:p>
          <a:p>
            <a:pPr indent="-298450" lvl="0" marL="457200" marR="0" rtl="0" algn="l">
              <a:lnSpc>
                <a:spcPct val="115000"/>
              </a:lnSpc>
              <a:spcBef>
                <a:spcPts val="0"/>
              </a:spcBef>
              <a:spcAft>
                <a:spcPts val="0"/>
              </a:spcAft>
              <a:buClr>
                <a:schemeClr val="dk1"/>
              </a:buClr>
              <a:buSzPts val="1100"/>
              <a:buFont typeface="Arial"/>
              <a:buChar char="-"/>
            </a:pPr>
            <a:r>
              <a:rPr b="0" i="0" lang="it" sz="1100" u="none" cap="none" strike="noStrike">
                <a:solidFill>
                  <a:schemeClr val="dk1"/>
                </a:solidFill>
                <a:latin typeface="Arial"/>
                <a:ea typeface="Arial"/>
                <a:cs typeface="Arial"/>
                <a:sym typeface="Arial"/>
              </a:rPr>
              <a:t>Analyze how performance scales with the number of threads and the size of the workload.</a:t>
            </a:r>
            <a:endParaRPr b="0" i="0" sz="1100" u="none" cap="none" strike="noStrike">
              <a:solidFill>
                <a:schemeClr val="dk1"/>
              </a:solidFill>
              <a:latin typeface="Arial"/>
              <a:ea typeface="Arial"/>
              <a:cs typeface="Arial"/>
              <a:sym typeface="Arial"/>
            </a:endParaRPr>
          </a:p>
          <a:p>
            <a:pPr indent="-298450" lvl="0" marL="457200" marR="0" rtl="0" algn="l">
              <a:lnSpc>
                <a:spcPct val="115000"/>
              </a:lnSpc>
              <a:spcBef>
                <a:spcPts val="0"/>
              </a:spcBef>
              <a:spcAft>
                <a:spcPts val="0"/>
              </a:spcAft>
              <a:buClr>
                <a:schemeClr val="dk1"/>
              </a:buClr>
              <a:buSzPts val="1100"/>
              <a:buFont typeface="Arial"/>
              <a:buChar char="-"/>
            </a:pPr>
            <a:r>
              <a:rPr b="0" i="0" lang="it" sz="1100" u="none" cap="none" strike="noStrike">
                <a:solidFill>
                  <a:schemeClr val="dk1"/>
                </a:solidFill>
                <a:latin typeface="Arial"/>
                <a:ea typeface="Arial"/>
                <a:cs typeface="Arial"/>
                <a:sym typeface="Arial"/>
              </a:rPr>
              <a:t>Identify the best strategy based on the n value and the data distribution.</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 name="Shape 158"/>
        <p:cNvGrpSpPr/>
        <p:nvPr/>
      </p:nvGrpSpPr>
      <p:grpSpPr>
        <a:xfrm>
          <a:off x="0" y="0"/>
          <a:ext cx="0" cy="0"/>
          <a:chOff x="0" y="0"/>
          <a:chExt cx="0" cy="0"/>
        </a:xfrm>
      </p:grpSpPr>
      <p:sp>
        <p:nvSpPr>
          <p:cNvPr id="159" name="Google Shape;159;p3"/>
          <p:cNvSpPr txBox="1"/>
          <p:nvPr>
            <p:ph idx="1" type="body"/>
          </p:nvPr>
        </p:nvSpPr>
        <p:spPr>
          <a:xfrm>
            <a:off x="233333" y="4927629"/>
            <a:ext cx="7590300" cy="187800"/>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lt2"/>
              </a:buClr>
              <a:buSzPts val="1100"/>
              <a:buNone/>
            </a:pPr>
            <a:r>
              <a:rPr lang="it"/>
              <a:t>Theoretical background</a:t>
            </a:r>
            <a:endParaRPr/>
          </a:p>
        </p:txBody>
      </p:sp>
      <p:sp>
        <p:nvSpPr>
          <p:cNvPr id="160" name="Google Shape;160;p3"/>
          <p:cNvSpPr txBox="1"/>
          <p:nvPr>
            <p:ph type="title"/>
          </p:nvPr>
        </p:nvSpPr>
        <p:spPr>
          <a:xfrm>
            <a:off x="520051" y="782220"/>
            <a:ext cx="8103900" cy="641025"/>
          </a:xfrm>
          <a:prstGeom prst="rect">
            <a:avLst/>
          </a:prstGeom>
          <a:noFill/>
          <a:ln>
            <a:noFill/>
          </a:ln>
        </p:spPr>
        <p:txBody>
          <a:bodyPr anchorCtr="0" anchor="t" bIns="45700" lIns="91425" spcFirstLastPara="1" rIns="91425" wrap="square" tIns="45700">
            <a:noAutofit/>
          </a:bodyPr>
          <a:lstStyle/>
          <a:p>
            <a:pPr indent="0" lvl="0" marL="0" rtl="0" algn="l">
              <a:lnSpc>
                <a:spcPct val="120000"/>
              </a:lnSpc>
              <a:spcBef>
                <a:spcPts val="0"/>
              </a:spcBef>
              <a:spcAft>
                <a:spcPts val="0"/>
              </a:spcAft>
              <a:buClr>
                <a:schemeClr val="dk1"/>
              </a:buClr>
              <a:buSzPts val="2400"/>
              <a:buFont typeface="Verdana"/>
              <a:buNone/>
            </a:pPr>
            <a:r>
              <a:rPr lang="it"/>
              <a:t>Theoretical Background</a:t>
            </a:r>
            <a:endParaRPr/>
          </a:p>
        </p:txBody>
      </p:sp>
      <p:sp>
        <p:nvSpPr>
          <p:cNvPr id="161" name="Google Shape;161;p3"/>
          <p:cNvSpPr txBox="1"/>
          <p:nvPr/>
        </p:nvSpPr>
        <p:spPr>
          <a:xfrm>
            <a:off x="520050" y="1423250"/>
            <a:ext cx="7824600" cy="33063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chemeClr val="dk1"/>
              </a:buClr>
              <a:buSzPts val="1100"/>
              <a:buFont typeface="Arial"/>
              <a:buNone/>
            </a:pPr>
            <a:r>
              <a:rPr b="1" i="0" lang="it" sz="1100" u="none" cap="none" strike="noStrike">
                <a:solidFill>
                  <a:schemeClr val="dk1"/>
                </a:solidFill>
                <a:latin typeface="Arial"/>
                <a:ea typeface="Arial"/>
                <a:cs typeface="Arial"/>
                <a:sym typeface="Arial"/>
              </a:rPr>
              <a:t>N-gram Definition</a:t>
            </a:r>
            <a:r>
              <a:rPr b="0" i="0" lang="it" sz="1100" u="none" cap="none" strike="noStrike">
                <a:solidFill>
                  <a:schemeClr val="dk1"/>
                </a:solidFill>
                <a:latin typeface="Arial"/>
                <a:ea typeface="Arial"/>
                <a:cs typeface="Arial"/>
                <a:sym typeface="Arial"/>
              </a:rPr>
              <a:t>:</a:t>
            </a:r>
            <a:endParaRPr b="0" i="0" sz="1100" u="none" cap="none" strike="noStrike">
              <a:solidFill>
                <a:schemeClr val="dk1"/>
              </a:solidFill>
              <a:latin typeface="Arial"/>
              <a:ea typeface="Arial"/>
              <a:cs typeface="Arial"/>
              <a:sym typeface="Arial"/>
            </a:endParaRPr>
          </a:p>
          <a:p>
            <a:pPr indent="-298450" lvl="0" marL="457200" marR="0" rtl="0" algn="l">
              <a:lnSpc>
                <a:spcPct val="115000"/>
              </a:lnSpc>
              <a:spcBef>
                <a:spcPts val="0"/>
              </a:spcBef>
              <a:spcAft>
                <a:spcPts val="0"/>
              </a:spcAft>
              <a:buClr>
                <a:schemeClr val="dk1"/>
              </a:buClr>
              <a:buSzPts val="1100"/>
              <a:buFont typeface="Arial"/>
              <a:buChar char="-"/>
            </a:pPr>
            <a:r>
              <a:rPr b="0" i="0" lang="it" sz="1100" u="none" cap="none" strike="noStrike">
                <a:solidFill>
                  <a:schemeClr val="dk1"/>
                </a:solidFill>
                <a:latin typeface="Arial"/>
                <a:ea typeface="Arial"/>
                <a:cs typeface="Arial"/>
                <a:sym typeface="Arial"/>
              </a:rPr>
              <a:t>A contiguous sequence of n items from a given sample of text or speech.</a:t>
            </a:r>
            <a:endParaRPr b="0" i="0" sz="1100" u="none" cap="none" strike="noStrike">
              <a:solidFill>
                <a:schemeClr val="dk1"/>
              </a:solidFill>
              <a:latin typeface="Arial"/>
              <a:ea typeface="Arial"/>
              <a:cs typeface="Arial"/>
              <a:sym typeface="Arial"/>
            </a:endParaRPr>
          </a:p>
          <a:p>
            <a:pPr indent="-298450" lvl="0" marL="457200" marR="0" rtl="0" algn="l">
              <a:lnSpc>
                <a:spcPct val="115000"/>
              </a:lnSpc>
              <a:spcBef>
                <a:spcPts val="0"/>
              </a:spcBef>
              <a:spcAft>
                <a:spcPts val="0"/>
              </a:spcAft>
              <a:buClr>
                <a:schemeClr val="dk1"/>
              </a:buClr>
              <a:buSzPts val="1100"/>
              <a:buFont typeface="Arial"/>
              <a:buChar char="-"/>
            </a:pPr>
            <a:r>
              <a:rPr b="0" i="0" lang="it" sz="1100" u="none" cap="none" strike="noStrike">
                <a:solidFill>
                  <a:schemeClr val="dk1"/>
                </a:solidFill>
                <a:latin typeface="Arial"/>
                <a:ea typeface="Arial"/>
                <a:cs typeface="Arial"/>
                <a:sym typeface="Arial"/>
              </a:rPr>
              <a:t>In this project, we focus on </a:t>
            </a:r>
            <a:r>
              <a:rPr b="1" i="0" lang="it" sz="1100" u="none" cap="none" strike="noStrike">
                <a:solidFill>
                  <a:schemeClr val="dk1"/>
                </a:solidFill>
                <a:latin typeface="Arial"/>
                <a:ea typeface="Arial"/>
                <a:cs typeface="Arial"/>
                <a:sym typeface="Arial"/>
              </a:rPr>
              <a:t>Bigrams</a:t>
            </a:r>
            <a:r>
              <a:rPr b="0" i="0" lang="it" sz="1100" u="none" cap="none" strike="noStrike">
                <a:solidFill>
                  <a:schemeClr val="dk1"/>
                </a:solidFill>
                <a:latin typeface="Arial"/>
                <a:ea typeface="Arial"/>
                <a:cs typeface="Arial"/>
                <a:sym typeface="Arial"/>
              </a:rPr>
              <a:t> (n=2) and </a:t>
            </a:r>
            <a:r>
              <a:rPr b="1" i="0" lang="it" sz="1100" u="none" cap="none" strike="noStrike">
                <a:solidFill>
                  <a:schemeClr val="dk1"/>
                </a:solidFill>
                <a:latin typeface="Arial"/>
                <a:ea typeface="Arial"/>
                <a:cs typeface="Arial"/>
                <a:sym typeface="Arial"/>
              </a:rPr>
              <a:t>Trigrams</a:t>
            </a:r>
            <a:r>
              <a:rPr b="0" i="0" lang="it" sz="1100" u="none" cap="none" strike="noStrike">
                <a:solidFill>
                  <a:schemeClr val="dk1"/>
                </a:solidFill>
                <a:latin typeface="Arial"/>
                <a:ea typeface="Arial"/>
                <a:cs typeface="Arial"/>
                <a:sym typeface="Arial"/>
              </a:rPr>
              <a:t> (n=3).</a:t>
            </a:r>
            <a:endParaRPr b="0" i="0" sz="1100" u="none" cap="none" strike="noStrike">
              <a:solidFill>
                <a:schemeClr val="dk1"/>
              </a:solidFill>
              <a:latin typeface="Arial"/>
              <a:ea typeface="Arial"/>
              <a:cs typeface="Arial"/>
              <a:sym typeface="Arial"/>
            </a:endParaRPr>
          </a:p>
          <a:p>
            <a:pPr indent="-298450" lvl="0" marL="457200" marR="0" rtl="0" algn="l">
              <a:lnSpc>
                <a:spcPct val="115000"/>
              </a:lnSpc>
              <a:spcBef>
                <a:spcPts val="0"/>
              </a:spcBef>
              <a:spcAft>
                <a:spcPts val="0"/>
              </a:spcAft>
              <a:buClr>
                <a:schemeClr val="dk1"/>
              </a:buClr>
              <a:buSzPts val="1100"/>
              <a:buFont typeface="Arial"/>
              <a:buChar char="-"/>
            </a:pPr>
            <a:r>
              <a:rPr b="0" i="0" lang="it" sz="1100" u="none" cap="none" strike="noStrike">
                <a:solidFill>
                  <a:schemeClr val="dk1"/>
                </a:solidFill>
                <a:latin typeface="Arial"/>
                <a:ea typeface="Arial"/>
                <a:cs typeface="Arial"/>
                <a:sym typeface="Arial"/>
              </a:rPr>
              <a:t>For a text with W words, the number of possible n-grams is W - n + 1.</a:t>
            </a:r>
            <a:endParaRPr b="0" i="0"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1100"/>
              <a:buFont typeface="Arial"/>
              <a:buNone/>
            </a:pPr>
            <a:r>
              <a:rPr b="1" i="0" lang="it" sz="1100" u="none" cap="none" strike="noStrike">
                <a:solidFill>
                  <a:schemeClr val="dk1"/>
                </a:solidFill>
                <a:latin typeface="Arial"/>
                <a:ea typeface="Arial"/>
                <a:cs typeface="Arial"/>
                <a:sym typeface="Arial"/>
              </a:rPr>
              <a:t>Zipf's Law</a:t>
            </a:r>
            <a:r>
              <a:rPr b="0" i="0" lang="it" sz="1100" u="none" cap="none" strike="noStrike">
                <a:solidFill>
                  <a:schemeClr val="dk1"/>
                </a:solidFill>
                <a:latin typeface="Arial"/>
                <a:ea typeface="Arial"/>
                <a:cs typeface="Arial"/>
                <a:sym typeface="Arial"/>
              </a:rPr>
              <a:t>:</a:t>
            </a:r>
            <a:endParaRPr b="0" i="0" sz="1100" u="none" cap="none" strike="noStrike">
              <a:solidFill>
                <a:schemeClr val="dk1"/>
              </a:solidFill>
              <a:latin typeface="Arial"/>
              <a:ea typeface="Arial"/>
              <a:cs typeface="Arial"/>
              <a:sym typeface="Arial"/>
            </a:endParaRPr>
          </a:p>
          <a:p>
            <a:pPr indent="-298450" lvl="0" marL="457200" marR="0" rtl="0" algn="l">
              <a:lnSpc>
                <a:spcPct val="115000"/>
              </a:lnSpc>
              <a:spcBef>
                <a:spcPts val="0"/>
              </a:spcBef>
              <a:spcAft>
                <a:spcPts val="0"/>
              </a:spcAft>
              <a:buClr>
                <a:schemeClr val="dk1"/>
              </a:buClr>
              <a:buSzPts val="1100"/>
              <a:buFont typeface="Arial"/>
              <a:buChar char="-"/>
            </a:pPr>
            <a:r>
              <a:rPr b="0" i="0" lang="it" sz="1100" u="none" cap="none" strike="noStrike">
                <a:solidFill>
                  <a:schemeClr val="dk1"/>
                </a:solidFill>
                <a:latin typeface="Arial"/>
                <a:ea typeface="Arial"/>
                <a:cs typeface="Arial"/>
                <a:sym typeface="Arial"/>
              </a:rPr>
              <a:t>The frequency of any word (or n-gram) is inversely proportional to its rank in the frequency table:</a:t>
            </a:r>
            <a:endParaRPr b="0" i="0" sz="1100" u="none" cap="none" strike="noStrike">
              <a:solidFill>
                <a:schemeClr val="dk1"/>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100"/>
              <a:buFont typeface="Arial"/>
              <a:buNone/>
            </a:pPr>
            <a:r>
              <a:t/>
            </a:r>
            <a:endParaRPr b="1" i="0" sz="1100" u="none" cap="none" strike="noStrike">
              <a:solidFill>
                <a:schemeClr val="dk1"/>
              </a:solidFill>
              <a:latin typeface="Arial"/>
              <a:ea typeface="Arial"/>
              <a:cs typeface="Arial"/>
              <a:sym typeface="Arial"/>
            </a:endParaRPr>
          </a:p>
          <a:p>
            <a:pPr indent="0" lvl="0" marL="457200" marR="0" rtl="0" algn="l">
              <a:lnSpc>
                <a:spcPct val="115000"/>
              </a:lnSpc>
              <a:spcBef>
                <a:spcPts val="1200"/>
              </a:spcBef>
              <a:spcAft>
                <a:spcPts val="0"/>
              </a:spcAft>
              <a:buClr>
                <a:srgbClr val="000000"/>
              </a:buClr>
              <a:buSzPts val="1100"/>
              <a:buFont typeface="Arial"/>
              <a:buNone/>
            </a:pPr>
            <a:r>
              <a:t/>
            </a:r>
            <a:endParaRPr b="1" i="0" sz="1100" u="none" cap="none" strike="noStrike">
              <a:solidFill>
                <a:schemeClr val="dk1"/>
              </a:solidFill>
              <a:latin typeface="Arial"/>
              <a:ea typeface="Arial"/>
              <a:cs typeface="Arial"/>
              <a:sym typeface="Arial"/>
            </a:endParaRPr>
          </a:p>
          <a:p>
            <a:pPr indent="-298450" lvl="0" marL="457200" marR="0" rtl="0" algn="l">
              <a:lnSpc>
                <a:spcPct val="115000"/>
              </a:lnSpc>
              <a:spcBef>
                <a:spcPts val="1200"/>
              </a:spcBef>
              <a:spcAft>
                <a:spcPts val="0"/>
              </a:spcAft>
              <a:buClr>
                <a:schemeClr val="dk1"/>
              </a:buClr>
              <a:buSzPts val="1100"/>
              <a:buFont typeface="Arial"/>
              <a:buChar char="-"/>
            </a:pPr>
            <a:r>
              <a:rPr b="1" i="0" lang="it" sz="1100" u="none" cap="none" strike="noStrike">
                <a:solidFill>
                  <a:schemeClr val="dk1"/>
                </a:solidFill>
                <a:latin typeface="Arial"/>
                <a:ea typeface="Arial"/>
                <a:cs typeface="Arial"/>
                <a:sym typeface="Arial"/>
              </a:rPr>
              <a:t>Implication</a:t>
            </a:r>
            <a:r>
              <a:rPr b="0" i="0" lang="it" sz="1100" u="none" cap="none" strike="noStrike">
                <a:solidFill>
                  <a:schemeClr val="dk1"/>
                </a:solidFill>
                <a:latin typeface="Arial"/>
                <a:ea typeface="Arial"/>
                <a:cs typeface="Arial"/>
                <a:sym typeface="Arial"/>
              </a:rPr>
              <a:t>: A few n-grams are extremely common (e.g., "of the"), while the vast majority are very rare.</a:t>
            </a:r>
            <a:endParaRPr b="0" i="0"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1100"/>
              <a:buFont typeface="Arial"/>
              <a:buNone/>
            </a:pPr>
            <a:r>
              <a:rPr b="1" i="0" lang="it" sz="1100" u="none" cap="none" strike="noStrike">
                <a:solidFill>
                  <a:schemeClr val="dk1"/>
                </a:solidFill>
                <a:latin typeface="Arial"/>
                <a:ea typeface="Arial"/>
                <a:cs typeface="Arial"/>
                <a:sym typeface="Arial"/>
              </a:rPr>
              <a:t>Key Statistical Metrics</a:t>
            </a:r>
            <a:r>
              <a:rPr b="0" i="0" lang="it" sz="1100" u="none" cap="none" strike="noStrike">
                <a:solidFill>
                  <a:schemeClr val="dk1"/>
                </a:solidFill>
                <a:latin typeface="Arial"/>
                <a:ea typeface="Arial"/>
                <a:cs typeface="Arial"/>
                <a:sym typeface="Arial"/>
              </a:rPr>
              <a:t>:</a:t>
            </a:r>
            <a:endParaRPr b="0" i="0" sz="1100" u="none" cap="none" strike="noStrike">
              <a:solidFill>
                <a:schemeClr val="dk1"/>
              </a:solidFill>
              <a:latin typeface="Arial"/>
              <a:ea typeface="Arial"/>
              <a:cs typeface="Arial"/>
              <a:sym typeface="Arial"/>
            </a:endParaRPr>
          </a:p>
          <a:p>
            <a:pPr indent="-298450" lvl="0" marL="457200" marR="0" rtl="0" algn="l">
              <a:lnSpc>
                <a:spcPct val="115000"/>
              </a:lnSpc>
              <a:spcBef>
                <a:spcPts val="0"/>
              </a:spcBef>
              <a:spcAft>
                <a:spcPts val="0"/>
              </a:spcAft>
              <a:buClr>
                <a:schemeClr val="dk1"/>
              </a:buClr>
              <a:buSzPts val="1100"/>
              <a:buFont typeface="Arial"/>
              <a:buChar char="-"/>
            </a:pPr>
            <a:r>
              <a:rPr b="1" i="0" lang="it" sz="1100" u="none" cap="none" strike="noStrike">
                <a:solidFill>
                  <a:schemeClr val="dk1"/>
                </a:solidFill>
                <a:latin typeface="Arial"/>
                <a:ea typeface="Arial"/>
                <a:cs typeface="Arial"/>
                <a:sym typeface="Arial"/>
              </a:rPr>
              <a:t>Hapax legomena</a:t>
            </a:r>
            <a:r>
              <a:rPr b="0" i="0" lang="it" sz="1100" u="none" cap="none" strike="noStrike">
                <a:solidFill>
                  <a:schemeClr val="dk1"/>
                </a:solidFill>
                <a:latin typeface="Arial"/>
                <a:ea typeface="Arial"/>
                <a:cs typeface="Arial"/>
                <a:sym typeface="Arial"/>
              </a:rPr>
              <a:t>: N-grams that appear only once in the entire corpus.</a:t>
            </a:r>
            <a:endParaRPr b="0" i="0" sz="1100" u="none" cap="none" strike="noStrike">
              <a:solidFill>
                <a:schemeClr val="dk1"/>
              </a:solidFill>
              <a:latin typeface="Arial"/>
              <a:ea typeface="Arial"/>
              <a:cs typeface="Arial"/>
              <a:sym typeface="Arial"/>
            </a:endParaRPr>
          </a:p>
          <a:p>
            <a:pPr indent="-298450" lvl="0" marL="457200" marR="0" rtl="0" algn="l">
              <a:lnSpc>
                <a:spcPct val="115000"/>
              </a:lnSpc>
              <a:spcBef>
                <a:spcPts val="0"/>
              </a:spcBef>
              <a:spcAft>
                <a:spcPts val="0"/>
              </a:spcAft>
              <a:buClr>
                <a:schemeClr val="dk1"/>
              </a:buClr>
              <a:buSzPts val="1100"/>
              <a:buFont typeface="Arial"/>
              <a:buChar char="-"/>
            </a:pPr>
            <a:r>
              <a:rPr b="1" i="0" lang="it" sz="1100" u="none" cap="none" strike="noStrike">
                <a:solidFill>
                  <a:schemeClr val="dk1"/>
                </a:solidFill>
                <a:latin typeface="Arial"/>
                <a:ea typeface="Arial"/>
                <a:cs typeface="Arial"/>
                <a:sym typeface="Arial"/>
              </a:rPr>
              <a:t>Dis legomena</a:t>
            </a:r>
            <a:r>
              <a:rPr b="0" i="0" lang="it" sz="1100" u="none" cap="none" strike="noStrike">
                <a:solidFill>
                  <a:schemeClr val="dk1"/>
                </a:solidFill>
                <a:latin typeface="Arial"/>
                <a:ea typeface="Arial"/>
                <a:cs typeface="Arial"/>
                <a:sym typeface="Arial"/>
              </a:rPr>
              <a:t>: N-grams that appear exactly twice.</a:t>
            </a:r>
            <a:endParaRPr b="0" i="0" sz="1100" u="none" cap="none" strike="noStrike">
              <a:solidFill>
                <a:schemeClr val="dk1"/>
              </a:solidFill>
              <a:latin typeface="Arial"/>
              <a:ea typeface="Arial"/>
              <a:cs typeface="Arial"/>
              <a:sym typeface="Arial"/>
            </a:endParaRPr>
          </a:p>
          <a:p>
            <a:pPr indent="-298450" lvl="0" marL="457200" marR="0" rtl="0" algn="l">
              <a:lnSpc>
                <a:spcPct val="115000"/>
              </a:lnSpc>
              <a:spcBef>
                <a:spcPts val="0"/>
              </a:spcBef>
              <a:spcAft>
                <a:spcPts val="0"/>
              </a:spcAft>
              <a:buClr>
                <a:schemeClr val="dk1"/>
              </a:buClr>
              <a:buSzPts val="1100"/>
              <a:buFont typeface="Arial"/>
              <a:buChar char="-"/>
            </a:pPr>
            <a:r>
              <a:rPr b="0" i="0" lang="it" sz="1100" u="none" cap="none" strike="noStrike">
                <a:solidFill>
                  <a:schemeClr val="dk1"/>
                </a:solidFill>
                <a:latin typeface="Arial"/>
                <a:ea typeface="Arial"/>
                <a:cs typeface="Arial"/>
                <a:sym typeface="Arial"/>
              </a:rPr>
              <a:t>These metrics help characterize the sparsity and complexity of the vocabulary.</a:t>
            </a:r>
            <a:endParaRPr b="0" i="0" sz="1400" u="none" cap="none" strike="noStrike">
              <a:solidFill>
                <a:srgbClr val="000000"/>
              </a:solidFill>
              <a:latin typeface="Arial"/>
              <a:ea typeface="Arial"/>
              <a:cs typeface="Arial"/>
              <a:sym typeface="Arial"/>
            </a:endParaRPr>
          </a:p>
        </p:txBody>
      </p:sp>
      <p:pic>
        <p:nvPicPr>
          <p:cNvPr id="162" name="Google Shape;162;p3" title="CodeCogsEqn.png"/>
          <p:cNvPicPr preferRelativeResize="0"/>
          <p:nvPr/>
        </p:nvPicPr>
        <p:blipFill rotWithShape="1">
          <a:blip r:embed="rId3">
            <a:alphaModFix/>
          </a:blip>
          <a:srcRect b="0" l="0" r="0" t="0"/>
          <a:stretch/>
        </p:blipFill>
        <p:spPr>
          <a:xfrm>
            <a:off x="3495875" y="2936725"/>
            <a:ext cx="1872955" cy="47742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 name="Shape 166"/>
        <p:cNvGrpSpPr/>
        <p:nvPr/>
      </p:nvGrpSpPr>
      <p:grpSpPr>
        <a:xfrm>
          <a:off x="0" y="0"/>
          <a:ext cx="0" cy="0"/>
          <a:chOff x="0" y="0"/>
          <a:chExt cx="0" cy="0"/>
        </a:xfrm>
      </p:grpSpPr>
      <p:sp>
        <p:nvSpPr>
          <p:cNvPr id="167" name="Google Shape;167;p4"/>
          <p:cNvSpPr txBox="1"/>
          <p:nvPr>
            <p:ph idx="1" type="body"/>
          </p:nvPr>
        </p:nvSpPr>
        <p:spPr>
          <a:xfrm>
            <a:off x="233333" y="4927629"/>
            <a:ext cx="7590300" cy="187800"/>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lt2"/>
              </a:buClr>
              <a:buSzPts val="1100"/>
              <a:buNone/>
            </a:pPr>
            <a:r>
              <a:rPr lang="it"/>
              <a:t>Architecture</a:t>
            </a:r>
            <a:endParaRPr/>
          </a:p>
        </p:txBody>
      </p:sp>
      <p:sp>
        <p:nvSpPr>
          <p:cNvPr id="168" name="Google Shape;168;p4"/>
          <p:cNvSpPr txBox="1"/>
          <p:nvPr>
            <p:ph type="title"/>
          </p:nvPr>
        </p:nvSpPr>
        <p:spPr>
          <a:xfrm>
            <a:off x="520051" y="782220"/>
            <a:ext cx="8103900" cy="641100"/>
          </a:xfrm>
          <a:prstGeom prst="rect">
            <a:avLst/>
          </a:prstGeom>
          <a:noFill/>
          <a:ln>
            <a:noFill/>
          </a:ln>
        </p:spPr>
        <p:txBody>
          <a:bodyPr anchorCtr="0" anchor="t" bIns="45700" lIns="91425" spcFirstLastPara="1" rIns="91425" wrap="square" tIns="45700">
            <a:noAutofit/>
          </a:bodyPr>
          <a:lstStyle/>
          <a:p>
            <a:pPr indent="0" lvl="0" marL="0" rtl="0" algn="l">
              <a:lnSpc>
                <a:spcPct val="120000"/>
              </a:lnSpc>
              <a:spcBef>
                <a:spcPts val="0"/>
              </a:spcBef>
              <a:spcAft>
                <a:spcPts val="0"/>
              </a:spcAft>
              <a:buClr>
                <a:schemeClr val="dk1"/>
              </a:buClr>
              <a:buSzPts val="2400"/>
              <a:buFont typeface="Verdana"/>
              <a:buNone/>
            </a:pPr>
            <a:r>
              <a:rPr lang="it"/>
              <a:t>Architecture</a:t>
            </a:r>
            <a:endParaRPr/>
          </a:p>
        </p:txBody>
      </p:sp>
      <p:sp>
        <p:nvSpPr>
          <p:cNvPr id="169" name="Google Shape;169;p4"/>
          <p:cNvSpPr txBox="1"/>
          <p:nvPr/>
        </p:nvSpPr>
        <p:spPr>
          <a:xfrm>
            <a:off x="520050" y="1423250"/>
            <a:ext cx="7824600" cy="31116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1100"/>
              <a:buFont typeface="Arial"/>
              <a:buNone/>
            </a:pPr>
            <a:r>
              <a:rPr b="1" i="0" lang="it" sz="1100" u="none" cap="none" strike="noStrike">
                <a:solidFill>
                  <a:schemeClr val="dk1"/>
                </a:solidFill>
                <a:latin typeface="Arial"/>
                <a:ea typeface="Arial"/>
                <a:cs typeface="Arial"/>
                <a:sym typeface="Arial"/>
              </a:rPr>
              <a:t>Hardware Specifications</a:t>
            </a:r>
            <a:r>
              <a:rPr b="0" i="0" lang="it" sz="1100" u="none" cap="none" strike="noStrike">
                <a:solidFill>
                  <a:schemeClr val="dk1"/>
                </a:solidFill>
                <a:latin typeface="Arial"/>
                <a:ea typeface="Arial"/>
                <a:cs typeface="Arial"/>
                <a:sym typeface="Arial"/>
              </a:rPr>
              <a:t>:</a:t>
            </a:r>
            <a:endParaRPr b="0" i="0" sz="1100" u="none" cap="none" strike="noStrike">
              <a:solidFill>
                <a:schemeClr val="dk1"/>
              </a:solidFill>
              <a:latin typeface="Arial"/>
              <a:ea typeface="Arial"/>
              <a:cs typeface="Arial"/>
              <a:sym typeface="Arial"/>
            </a:endParaRPr>
          </a:p>
          <a:p>
            <a:pPr indent="-298450" lvl="0" marL="457200" marR="0" rtl="0" algn="l">
              <a:lnSpc>
                <a:spcPct val="115000"/>
              </a:lnSpc>
              <a:spcBef>
                <a:spcPts val="1200"/>
              </a:spcBef>
              <a:spcAft>
                <a:spcPts val="0"/>
              </a:spcAft>
              <a:buClr>
                <a:schemeClr val="dk1"/>
              </a:buClr>
              <a:buSzPts val="1100"/>
              <a:buFont typeface="Arial"/>
              <a:buChar char="-"/>
            </a:pPr>
            <a:r>
              <a:rPr b="1" i="0" lang="it" sz="1100" u="none" cap="none" strike="noStrike">
                <a:solidFill>
                  <a:schemeClr val="dk1"/>
                </a:solidFill>
                <a:latin typeface="Arial"/>
                <a:ea typeface="Arial"/>
                <a:cs typeface="Arial"/>
                <a:sym typeface="Arial"/>
              </a:rPr>
              <a:t>Processor</a:t>
            </a:r>
            <a:r>
              <a:rPr b="0" i="0" lang="it" sz="1100" u="none" cap="none" strike="noStrike">
                <a:solidFill>
                  <a:schemeClr val="dk1"/>
                </a:solidFill>
                <a:latin typeface="Arial"/>
                <a:ea typeface="Arial"/>
                <a:cs typeface="Arial"/>
                <a:sym typeface="Arial"/>
              </a:rPr>
              <a:t>: </a:t>
            </a:r>
            <a:r>
              <a:rPr b="1" i="0" lang="it" sz="1100" u="none" cap="none" strike="noStrike">
                <a:solidFill>
                  <a:schemeClr val="dk1"/>
                </a:solidFill>
                <a:latin typeface="Arial"/>
                <a:ea typeface="Arial"/>
                <a:cs typeface="Arial"/>
                <a:sym typeface="Arial"/>
              </a:rPr>
              <a:t>AMD Ryzen™ 7 2700X</a:t>
            </a:r>
            <a:r>
              <a:rPr b="0" i="0" lang="it" sz="1100" u="none" cap="none" strike="noStrike">
                <a:solidFill>
                  <a:schemeClr val="dk1"/>
                </a:solidFill>
                <a:latin typeface="Arial"/>
                <a:ea typeface="Arial"/>
                <a:cs typeface="Arial"/>
                <a:sym typeface="Arial"/>
              </a:rPr>
              <a:t> (Zen+ Architecture).</a:t>
            </a:r>
            <a:endParaRPr b="0" i="0" sz="1100" u="none" cap="none" strike="noStrike">
              <a:solidFill>
                <a:schemeClr val="dk1"/>
              </a:solidFill>
              <a:latin typeface="Arial"/>
              <a:ea typeface="Arial"/>
              <a:cs typeface="Arial"/>
              <a:sym typeface="Arial"/>
            </a:endParaRPr>
          </a:p>
          <a:p>
            <a:pPr indent="-298450" lvl="0" marL="457200" marR="0" rtl="0" algn="l">
              <a:lnSpc>
                <a:spcPct val="115000"/>
              </a:lnSpc>
              <a:spcBef>
                <a:spcPts val="0"/>
              </a:spcBef>
              <a:spcAft>
                <a:spcPts val="0"/>
              </a:spcAft>
              <a:buClr>
                <a:schemeClr val="dk1"/>
              </a:buClr>
              <a:buSzPts val="1100"/>
              <a:buFont typeface="Arial"/>
              <a:buChar char="-"/>
            </a:pPr>
            <a:r>
              <a:rPr b="1" i="0" lang="it" sz="1100" u="none" cap="none" strike="noStrike">
                <a:solidFill>
                  <a:schemeClr val="dk1"/>
                </a:solidFill>
                <a:latin typeface="Arial"/>
                <a:ea typeface="Arial"/>
                <a:cs typeface="Arial"/>
                <a:sym typeface="Arial"/>
              </a:rPr>
              <a:t>Cores/Threads</a:t>
            </a:r>
            <a:r>
              <a:rPr b="0" i="0" lang="it" sz="1100" u="none" cap="none" strike="noStrike">
                <a:solidFill>
                  <a:schemeClr val="dk1"/>
                </a:solidFill>
                <a:latin typeface="Arial"/>
                <a:ea typeface="Arial"/>
                <a:cs typeface="Arial"/>
                <a:sym typeface="Arial"/>
              </a:rPr>
              <a:t>: </a:t>
            </a:r>
            <a:r>
              <a:rPr b="1" i="0" lang="it" sz="1100" u="none" cap="none" strike="noStrike">
                <a:solidFill>
                  <a:schemeClr val="dk1"/>
                </a:solidFill>
                <a:latin typeface="Arial"/>
                <a:ea typeface="Arial"/>
                <a:cs typeface="Arial"/>
                <a:sym typeface="Arial"/>
              </a:rPr>
              <a:t>8 Physical Cores, 16 Logical Threads</a:t>
            </a:r>
            <a:r>
              <a:rPr b="0" i="0" lang="it" sz="1100" u="none" cap="none" strike="noStrike">
                <a:solidFill>
                  <a:schemeClr val="dk1"/>
                </a:solidFill>
                <a:latin typeface="Arial"/>
                <a:ea typeface="Arial"/>
                <a:cs typeface="Arial"/>
                <a:sym typeface="Arial"/>
              </a:rPr>
              <a:t> (Simultaneous Multithreading - SMT).</a:t>
            </a:r>
            <a:endParaRPr b="0" i="0" sz="1100" u="none" cap="none" strike="noStrike">
              <a:solidFill>
                <a:schemeClr val="dk1"/>
              </a:solidFill>
              <a:latin typeface="Arial"/>
              <a:ea typeface="Arial"/>
              <a:cs typeface="Arial"/>
              <a:sym typeface="Arial"/>
            </a:endParaRPr>
          </a:p>
          <a:p>
            <a:pPr indent="-298450" lvl="0" marL="457200" marR="0" rtl="0" algn="l">
              <a:lnSpc>
                <a:spcPct val="115000"/>
              </a:lnSpc>
              <a:spcBef>
                <a:spcPts val="0"/>
              </a:spcBef>
              <a:spcAft>
                <a:spcPts val="0"/>
              </a:spcAft>
              <a:buClr>
                <a:schemeClr val="dk1"/>
              </a:buClr>
              <a:buSzPts val="1100"/>
              <a:buFont typeface="Arial"/>
              <a:buChar char="-"/>
            </a:pPr>
            <a:r>
              <a:rPr b="1" i="0" lang="it" sz="1100" u="none" cap="none" strike="noStrike">
                <a:solidFill>
                  <a:schemeClr val="dk1"/>
                </a:solidFill>
                <a:latin typeface="Arial"/>
                <a:ea typeface="Arial"/>
                <a:cs typeface="Arial"/>
                <a:sym typeface="Arial"/>
              </a:rPr>
              <a:t>Clock Speed</a:t>
            </a:r>
            <a:r>
              <a:rPr b="0" i="0" lang="it" sz="1100" u="none" cap="none" strike="noStrike">
                <a:solidFill>
                  <a:schemeClr val="dk1"/>
                </a:solidFill>
                <a:latin typeface="Arial"/>
                <a:ea typeface="Arial"/>
                <a:cs typeface="Arial"/>
                <a:sym typeface="Arial"/>
              </a:rPr>
              <a:t>: Base 3.70 GHz, Max Boost up to 4.30 GHz.</a:t>
            </a:r>
            <a:endParaRPr b="0" i="0" sz="1100" u="none" cap="none" strike="noStrike">
              <a:solidFill>
                <a:schemeClr val="dk1"/>
              </a:solidFill>
              <a:latin typeface="Arial"/>
              <a:ea typeface="Arial"/>
              <a:cs typeface="Arial"/>
              <a:sym typeface="Arial"/>
            </a:endParaRPr>
          </a:p>
          <a:p>
            <a:pPr indent="-298450" lvl="0" marL="457200" marR="0" rtl="0" algn="l">
              <a:lnSpc>
                <a:spcPct val="115000"/>
              </a:lnSpc>
              <a:spcBef>
                <a:spcPts val="0"/>
              </a:spcBef>
              <a:spcAft>
                <a:spcPts val="0"/>
              </a:spcAft>
              <a:buClr>
                <a:schemeClr val="dk1"/>
              </a:buClr>
              <a:buSzPts val="1100"/>
              <a:buFont typeface="Arial"/>
              <a:buChar char="-"/>
            </a:pPr>
            <a:r>
              <a:rPr b="1" i="0" lang="it" sz="1100" u="none" cap="none" strike="noStrike">
                <a:solidFill>
                  <a:schemeClr val="dk1"/>
                </a:solidFill>
                <a:latin typeface="Arial"/>
                <a:ea typeface="Arial"/>
                <a:cs typeface="Arial"/>
                <a:sym typeface="Arial"/>
              </a:rPr>
              <a:t>RAM</a:t>
            </a:r>
            <a:r>
              <a:rPr b="0" i="0" lang="it" sz="1100" u="none" cap="none" strike="noStrike">
                <a:solidFill>
                  <a:schemeClr val="dk1"/>
                </a:solidFill>
                <a:latin typeface="Arial"/>
                <a:ea typeface="Arial"/>
                <a:cs typeface="Arial"/>
                <a:sym typeface="Arial"/>
              </a:rPr>
              <a:t>: 32 GB DDR4.</a:t>
            </a:r>
            <a:endParaRPr b="0" i="0"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rgbClr val="000000"/>
              </a:buClr>
              <a:buSzPts val="1100"/>
              <a:buFont typeface="Arial"/>
              <a:buNone/>
            </a:pPr>
            <a:r>
              <a:rPr b="1" i="0" lang="it" sz="1100" u="none" cap="none" strike="noStrike">
                <a:solidFill>
                  <a:schemeClr val="dk1"/>
                </a:solidFill>
                <a:latin typeface="Arial"/>
                <a:ea typeface="Arial"/>
                <a:cs typeface="Arial"/>
                <a:sym typeface="Arial"/>
              </a:rPr>
              <a:t>Memory &amp; Cache Hierarchy</a:t>
            </a:r>
            <a:r>
              <a:rPr b="0" i="0" lang="it" sz="1100" u="none" cap="none" strike="noStrike">
                <a:solidFill>
                  <a:schemeClr val="dk1"/>
                </a:solidFill>
                <a:latin typeface="Arial"/>
                <a:ea typeface="Arial"/>
                <a:cs typeface="Arial"/>
                <a:sym typeface="Arial"/>
              </a:rPr>
              <a:t>:</a:t>
            </a:r>
            <a:endParaRPr b="0" i="0" sz="1100" u="none" cap="none" strike="noStrike">
              <a:solidFill>
                <a:schemeClr val="dk1"/>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100"/>
              <a:buFont typeface="Arial"/>
              <a:buNone/>
            </a:pPr>
            <a:r>
              <a:t/>
            </a:r>
            <a:endParaRPr b="0" i="0" sz="1100" u="none" cap="none" strike="noStrike">
              <a:solidFill>
                <a:schemeClr val="dk1"/>
              </a:solidFill>
              <a:latin typeface="Arial"/>
              <a:ea typeface="Arial"/>
              <a:cs typeface="Arial"/>
              <a:sym typeface="Arial"/>
            </a:endParaRPr>
          </a:p>
          <a:p>
            <a:pPr indent="-298450" lvl="0" marL="457200" marR="0" rtl="0" algn="l">
              <a:lnSpc>
                <a:spcPct val="115000"/>
              </a:lnSpc>
              <a:spcBef>
                <a:spcPts val="0"/>
              </a:spcBef>
              <a:spcAft>
                <a:spcPts val="0"/>
              </a:spcAft>
              <a:buClr>
                <a:schemeClr val="dk1"/>
              </a:buClr>
              <a:buSzPts val="1100"/>
              <a:buFont typeface="Arial"/>
              <a:buChar char="-"/>
            </a:pPr>
            <a:r>
              <a:rPr b="1" i="0" lang="it" sz="1100" u="none" cap="none" strike="noStrike">
                <a:solidFill>
                  <a:schemeClr val="dk1"/>
                </a:solidFill>
                <a:latin typeface="Arial"/>
                <a:ea typeface="Arial"/>
                <a:cs typeface="Arial"/>
                <a:sym typeface="Arial"/>
              </a:rPr>
              <a:t>L1 Cache</a:t>
            </a:r>
            <a:r>
              <a:rPr b="0" i="0" lang="it" sz="1100" u="none" cap="none" strike="noStrike">
                <a:solidFill>
                  <a:schemeClr val="dk1"/>
                </a:solidFill>
                <a:latin typeface="Arial"/>
                <a:ea typeface="Arial"/>
                <a:cs typeface="Arial"/>
                <a:sym typeface="Arial"/>
              </a:rPr>
              <a:t>: 768 KB.</a:t>
            </a:r>
            <a:endParaRPr b="0" i="0" sz="1100" u="none" cap="none" strike="noStrike">
              <a:solidFill>
                <a:schemeClr val="dk1"/>
              </a:solidFill>
              <a:latin typeface="Arial"/>
              <a:ea typeface="Arial"/>
              <a:cs typeface="Arial"/>
              <a:sym typeface="Arial"/>
            </a:endParaRPr>
          </a:p>
          <a:p>
            <a:pPr indent="-298450" lvl="0" marL="457200" marR="0" rtl="0" algn="l">
              <a:lnSpc>
                <a:spcPct val="115000"/>
              </a:lnSpc>
              <a:spcBef>
                <a:spcPts val="0"/>
              </a:spcBef>
              <a:spcAft>
                <a:spcPts val="0"/>
              </a:spcAft>
              <a:buClr>
                <a:schemeClr val="dk1"/>
              </a:buClr>
              <a:buSzPts val="1100"/>
              <a:buFont typeface="Arial"/>
              <a:buChar char="-"/>
            </a:pPr>
            <a:r>
              <a:rPr b="1" i="0" lang="it" sz="1100" u="none" cap="none" strike="noStrike">
                <a:solidFill>
                  <a:schemeClr val="dk1"/>
                </a:solidFill>
                <a:latin typeface="Arial"/>
                <a:ea typeface="Arial"/>
                <a:cs typeface="Arial"/>
                <a:sym typeface="Arial"/>
              </a:rPr>
              <a:t>L2 Cache</a:t>
            </a:r>
            <a:r>
              <a:rPr b="0" i="0" lang="it" sz="1100" u="none" cap="none" strike="noStrike">
                <a:solidFill>
                  <a:schemeClr val="dk1"/>
                </a:solidFill>
                <a:latin typeface="Arial"/>
                <a:ea typeface="Arial"/>
                <a:cs typeface="Arial"/>
                <a:sym typeface="Arial"/>
              </a:rPr>
              <a:t>: 4 MB.</a:t>
            </a:r>
            <a:endParaRPr b="0" i="0" sz="1100" u="none" cap="none" strike="noStrike">
              <a:solidFill>
                <a:schemeClr val="dk1"/>
              </a:solidFill>
              <a:latin typeface="Arial"/>
              <a:ea typeface="Arial"/>
              <a:cs typeface="Arial"/>
              <a:sym typeface="Arial"/>
            </a:endParaRPr>
          </a:p>
          <a:p>
            <a:pPr indent="-298450" lvl="0" marL="457200" marR="0" rtl="0" algn="l">
              <a:lnSpc>
                <a:spcPct val="115000"/>
              </a:lnSpc>
              <a:spcBef>
                <a:spcPts val="0"/>
              </a:spcBef>
              <a:spcAft>
                <a:spcPts val="0"/>
              </a:spcAft>
              <a:buClr>
                <a:schemeClr val="dk1"/>
              </a:buClr>
              <a:buSzPts val="1100"/>
              <a:buFont typeface="Arial"/>
              <a:buChar char="-"/>
            </a:pPr>
            <a:r>
              <a:rPr b="1" i="0" lang="it" sz="1100" u="none" cap="none" strike="noStrike">
                <a:solidFill>
                  <a:schemeClr val="dk1"/>
                </a:solidFill>
                <a:latin typeface="Arial"/>
                <a:ea typeface="Arial"/>
                <a:cs typeface="Arial"/>
                <a:sym typeface="Arial"/>
              </a:rPr>
              <a:t>L3 Cache (Shared)</a:t>
            </a:r>
            <a:r>
              <a:rPr b="0" i="0" lang="it" sz="1100" u="none" cap="none" strike="noStrike">
                <a:solidFill>
                  <a:schemeClr val="dk1"/>
                </a:solidFill>
                <a:latin typeface="Arial"/>
                <a:ea typeface="Arial"/>
                <a:cs typeface="Arial"/>
                <a:sym typeface="Arial"/>
              </a:rPr>
              <a:t>: </a:t>
            </a:r>
            <a:r>
              <a:rPr b="1" i="0" lang="it" sz="1100" u="none" cap="none" strike="noStrike">
                <a:solidFill>
                  <a:schemeClr val="dk1"/>
                </a:solidFill>
                <a:latin typeface="Arial"/>
                <a:ea typeface="Arial"/>
                <a:cs typeface="Arial"/>
                <a:sym typeface="Arial"/>
              </a:rPr>
              <a:t>16 MB</a:t>
            </a:r>
            <a:r>
              <a:rPr b="0" i="0" lang="it" sz="1100" u="none" cap="none" strike="noStrike">
                <a:solidFill>
                  <a:schemeClr val="dk1"/>
                </a:solidFill>
                <a:latin typeface="Arial"/>
                <a:ea typeface="Arial"/>
                <a:cs typeface="Arial"/>
                <a:sym typeface="Arial"/>
              </a:rPr>
              <a:t> (Divided into two 8MB CCX clusters).</a:t>
            </a:r>
            <a:endParaRPr b="0" i="0"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rgbClr val="000000"/>
              </a:buClr>
              <a:buSzPts val="1100"/>
              <a:buFont typeface="Arial"/>
              <a:buNone/>
            </a:pPr>
            <a:r>
              <a:t/>
            </a:r>
            <a:endParaRPr b="1" i="0" sz="1100" u="none" cap="none" strike="noStrike">
              <a:solidFill>
                <a:schemeClr val="dk1"/>
              </a:solidFill>
              <a:latin typeface="Arial"/>
              <a:ea typeface="Arial"/>
              <a:cs typeface="Arial"/>
              <a:sym typeface="Arial"/>
            </a:endParaRPr>
          </a:p>
          <a:p>
            <a:pPr indent="-298450" lvl="0" marL="457200" marR="0" rtl="0" algn="l">
              <a:lnSpc>
                <a:spcPct val="115000"/>
              </a:lnSpc>
              <a:spcBef>
                <a:spcPts val="1200"/>
              </a:spcBef>
              <a:spcAft>
                <a:spcPts val="0"/>
              </a:spcAft>
              <a:buClr>
                <a:schemeClr val="dk1"/>
              </a:buClr>
              <a:buSzPts val="1100"/>
              <a:buFont typeface="Arial"/>
              <a:buChar char="-"/>
            </a:pPr>
            <a:r>
              <a:rPr b="1" i="0" lang="it" sz="1100" u="none" cap="none" strike="noStrike">
                <a:solidFill>
                  <a:schemeClr val="dk1"/>
                </a:solidFill>
                <a:latin typeface="Arial"/>
                <a:ea typeface="Arial"/>
                <a:cs typeface="Arial"/>
                <a:sym typeface="Arial"/>
              </a:rPr>
              <a:t>OS</a:t>
            </a:r>
            <a:r>
              <a:rPr b="0" i="0" lang="it" sz="1100" u="none" cap="none" strike="noStrike">
                <a:solidFill>
                  <a:schemeClr val="dk1"/>
                </a:solidFill>
                <a:latin typeface="Arial"/>
                <a:ea typeface="Arial"/>
                <a:cs typeface="Arial"/>
                <a:sym typeface="Arial"/>
              </a:rPr>
              <a:t>: Ubuntu 24.04 LTS.</a:t>
            </a:r>
            <a:endParaRPr b="1" i="0" sz="1100" u="none" cap="none" strike="noStrike">
              <a:solidFill>
                <a:schemeClr val="dk1"/>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5"/>
          <p:cNvSpPr txBox="1"/>
          <p:nvPr>
            <p:ph idx="1" type="body"/>
          </p:nvPr>
        </p:nvSpPr>
        <p:spPr>
          <a:xfrm>
            <a:off x="233333" y="4927629"/>
            <a:ext cx="7590300" cy="187800"/>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lt2"/>
              </a:buClr>
              <a:buSzPts val="1100"/>
              <a:buNone/>
            </a:pPr>
            <a:r>
              <a:rPr lang="it"/>
              <a:t>Implementation</a:t>
            </a:r>
            <a:endParaRPr/>
          </a:p>
        </p:txBody>
      </p:sp>
      <p:sp>
        <p:nvSpPr>
          <p:cNvPr id="175" name="Google Shape;175;p5"/>
          <p:cNvSpPr txBox="1"/>
          <p:nvPr>
            <p:ph type="title"/>
          </p:nvPr>
        </p:nvSpPr>
        <p:spPr>
          <a:xfrm>
            <a:off x="520051" y="782220"/>
            <a:ext cx="8103900" cy="641100"/>
          </a:xfrm>
          <a:prstGeom prst="rect">
            <a:avLst/>
          </a:prstGeom>
          <a:noFill/>
          <a:ln>
            <a:noFill/>
          </a:ln>
        </p:spPr>
        <p:txBody>
          <a:bodyPr anchorCtr="0" anchor="t" bIns="45700" lIns="91425" spcFirstLastPara="1" rIns="91425" wrap="square" tIns="45700">
            <a:noAutofit/>
          </a:bodyPr>
          <a:lstStyle/>
          <a:p>
            <a:pPr indent="0" lvl="0" marL="0" rtl="0" algn="l">
              <a:lnSpc>
                <a:spcPct val="120000"/>
              </a:lnSpc>
              <a:spcBef>
                <a:spcPts val="0"/>
              </a:spcBef>
              <a:spcAft>
                <a:spcPts val="0"/>
              </a:spcAft>
              <a:buClr>
                <a:schemeClr val="dk1"/>
              </a:buClr>
              <a:buSzPts val="2400"/>
              <a:buFont typeface="Verdana"/>
              <a:buNone/>
            </a:pPr>
            <a:r>
              <a:rPr lang="it"/>
              <a:t>Implementation - Sequential</a:t>
            </a:r>
            <a:endParaRPr/>
          </a:p>
        </p:txBody>
      </p:sp>
      <p:sp>
        <p:nvSpPr>
          <p:cNvPr id="176" name="Google Shape;176;p5"/>
          <p:cNvSpPr txBox="1"/>
          <p:nvPr/>
        </p:nvSpPr>
        <p:spPr>
          <a:xfrm>
            <a:off x="520050" y="1423250"/>
            <a:ext cx="7824600" cy="554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600"/>
              </a:spcAft>
              <a:buClr>
                <a:srgbClr val="000000"/>
              </a:buClr>
              <a:buSzPts val="1200"/>
              <a:buFont typeface="Arial"/>
              <a:buNone/>
            </a:pPr>
            <a:r>
              <a:rPr b="0" i="0" lang="it" sz="1200" u="none" cap="none" strike="noStrike">
                <a:solidFill>
                  <a:schemeClr val="dk1"/>
                </a:solidFill>
                <a:latin typeface="Times New Roman"/>
                <a:ea typeface="Times New Roman"/>
                <a:cs typeface="Times New Roman"/>
                <a:sym typeface="Times New Roman"/>
              </a:rPr>
              <a:t>The sequential implementation processes the entire corpus in a single thread. For each position in the word array, it constructs the n-gram string and updates a hash map counter. This version serves as the baseline for speedup calculations.</a:t>
            </a:r>
            <a:endParaRPr b="1" i="0" sz="1300" u="none" cap="none" strike="noStrike">
              <a:solidFill>
                <a:schemeClr val="dk1"/>
              </a:solidFill>
              <a:latin typeface="Arial"/>
              <a:ea typeface="Arial"/>
              <a:cs typeface="Arial"/>
              <a:sym typeface="Arial"/>
            </a:endParaRPr>
          </a:p>
        </p:txBody>
      </p:sp>
      <p:sp>
        <p:nvSpPr>
          <p:cNvPr id="177" name="Google Shape;177;p5"/>
          <p:cNvSpPr txBox="1"/>
          <p:nvPr/>
        </p:nvSpPr>
        <p:spPr>
          <a:xfrm>
            <a:off x="866625" y="1977350"/>
            <a:ext cx="6692700" cy="2401200"/>
          </a:xfrm>
          <a:prstGeom prst="rect">
            <a:avLst/>
          </a:prstGeom>
          <a:noFill/>
          <a:ln>
            <a:noFill/>
          </a:ln>
        </p:spPr>
        <p:txBody>
          <a:bodyPr anchorCtr="0" anchor="t" bIns="91425" lIns="91425" spcFirstLastPara="1" rIns="91425" wrap="square" tIns="91425">
            <a:spAutoFit/>
          </a:bodyPr>
          <a:lstStyle/>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Histogram count_seq(const std::vector&lt;std::string&gt;&amp; words, const int n_gram_size)</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Histogram hist;</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if (words.size() &lt; static_cast&lt;size_t&gt;(n_gram_size)) return hist;</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for (size_t i = 0; i &lt;= words.size() - n_gram_size; ++i)</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std::string n_gram = words[i];</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for (int j = 1; j &lt; n_gram_size; ++j)</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n_gram += " " + words[i + j];</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hist[n_gram]++;</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return hist;</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chemeClr val="dk1"/>
              </a:buClr>
              <a:buSzPts val="1100"/>
              <a:buFont typeface="Arial"/>
              <a:buNone/>
            </a:pPr>
            <a:r>
              <a:rPr b="0" i="0" lang="it" sz="900" u="none" cap="none" strike="noStrike">
                <a:solidFill>
                  <a:schemeClr val="dk1"/>
                </a:solidFill>
                <a:latin typeface="Times New Roman"/>
                <a:ea typeface="Times New Roman"/>
                <a:cs typeface="Times New Roman"/>
                <a:sym typeface="Times New Roman"/>
              </a:rPr>
              <a:t>}</a:t>
            </a:r>
            <a:endParaRPr b="0" i="0" sz="12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 name="Shape 181"/>
        <p:cNvGrpSpPr/>
        <p:nvPr/>
      </p:nvGrpSpPr>
      <p:grpSpPr>
        <a:xfrm>
          <a:off x="0" y="0"/>
          <a:ext cx="0" cy="0"/>
          <a:chOff x="0" y="0"/>
          <a:chExt cx="0" cy="0"/>
        </a:xfrm>
      </p:grpSpPr>
      <p:sp>
        <p:nvSpPr>
          <p:cNvPr id="182" name="Google Shape;182;p6"/>
          <p:cNvSpPr txBox="1"/>
          <p:nvPr>
            <p:ph idx="1" type="body"/>
          </p:nvPr>
        </p:nvSpPr>
        <p:spPr>
          <a:xfrm>
            <a:off x="233333" y="4927629"/>
            <a:ext cx="7590300" cy="187800"/>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lt2"/>
              </a:buClr>
              <a:buSzPts val="1100"/>
              <a:buNone/>
            </a:pPr>
            <a:r>
              <a:rPr lang="it"/>
              <a:t>Implementation</a:t>
            </a:r>
            <a:endParaRPr/>
          </a:p>
        </p:txBody>
      </p:sp>
      <p:sp>
        <p:nvSpPr>
          <p:cNvPr id="183" name="Google Shape;183;p6"/>
          <p:cNvSpPr txBox="1"/>
          <p:nvPr>
            <p:ph type="title"/>
          </p:nvPr>
        </p:nvSpPr>
        <p:spPr>
          <a:xfrm>
            <a:off x="520051" y="782220"/>
            <a:ext cx="8103900" cy="641100"/>
          </a:xfrm>
          <a:prstGeom prst="rect">
            <a:avLst/>
          </a:prstGeom>
          <a:noFill/>
          <a:ln>
            <a:noFill/>
          </a:ln>
        </p:spPr>
        <p:txBody>
          <a:bodyPr anchorCtr="0" anchor="t" bIns="45700" lIns="91425" spcFirstLastPara="1" rIns="91425" wrap="square" tIns="45700">
            <a:noAutofit/>
          </a:bodyPr>
          <a:lstStyle/>
          <a:p>
            <a:pPr indent="0" lvl="0" marL="0" rtl="0" algn="l">
              <a:lnSpc>
                <a:spcPct val="120000"/>
              </a:lnSpc>
              <a:spcBef>
                <a:spcPts val="0"/>
              </a:spcBef>
              <a:spcAft>
                <a:spcPts val="0"/>
              </a:spcAft>
              <a:buClr>
                <a:schemeClr val="dk1"/>
              </a:buClr>
              <a:buSzPts val="2400"/>
              <a:buFont typeface="Verdana"/>
              <a:buNone/>
            </a:pPr>
            <a:r>
              <a:rPr lang="it"/>
              <a:t>Implementation - Thread Scaling - SR TLS</a:t>
            </a:r>
            <a:endParaRPr/>
          </a:p>
        </p:txBody>
      </p:sp>
      <p:sp>
        <p:nvSpPr>
          <p:cNvPr id="184" name="Google Shape;184;p6"/>
          <p:cNvSpPr txBox="1"/>
          <p:nvPr/>
        </p:nvSpPr>
        <p:spPr>
          <a:xfrm>
            <a:off x="520050" y="1423250"/>
            <a:ext cx="7824600" cy="523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600"/>
              </a:spcAft>
              <a:buClr>
                <a:schemeClr val="dk1"/>
              </a:buClr>
              <a:buSzPts val="1100"/>
              <a:buFont typeface="Arial"/>
              <a:buNone/>
            </a:pPr>
            <a:r>
              <a:rPr b="0" i="0" lang="it" sz="1100" u="none" cap="none" strike="noStrike">
                <a:solidFill>
                  <a:schemeClr val="dk1"/>
                </a:solidFill>
                <a:latin typeface="Arial"/>
                <a:ea typeface="Arial"/>
                <a:cs typeface="Arial"/>
                <a:sym typeface="Arial"/>
              </a:rPr>
              <a:t>A single thread reads all documents using #pragma omp single while other threads wait, then all threads process the loaded texts in parallel with thread-local histograms.</a:t>
            </a:r>
            <a:endParaRPr b="1" i="0" sz="1300" u="none" cap="none" strike="noStrike">
              <a:solidFill>
                <a:schemeClr val="dk1"/>
              </a:solidFill>
              <a:latin typeface="Arial"/>
              <a:ea typeface="Arial"/>
              <a:cs typeface="Arial"/>
              <a:sym typeface="Arial"/>
            </a:endParaRPr>
          </a:p>
        </p:txBody>
      </p:sp>
      <p:sp>
        <p:nvSpPr>
          <p:cNvPr id="185" name="Google Shape;185;p6"/>
          <p:cNvSpPr txBox="1"/>
          <p:nvPr/>
        </p:nvSpPr>
        <p:spPr>
          <a:xfrm>
            <a:off x="866625" y="1977350"/>
            <a:ext cx="6323700" cy="2262600"/>
          </a:xfrm>
          <a:prstGeom prst="rect">
            <a:avLst/>
          </a:prstGeom>
          <a:noFill/>
          <a:ln>
            <a:noFill/>
          </a:ln>
        </p:spPr>
        <p:txBody>
          <a:bodyPr anchorCtr="0" anchor="t" bIns="91425" lIns="91425" spcFirstLastPara="1" rIns="91425" wrap="square" tIns="91425">
            <a:spAutoFit/>
          </a:bodyPr>
          <a:lstStyle/>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#pragma omp parallel</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Histogram thread_hist;</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#pragma omp single  // Un solo thread legge</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for (auto&amp; doc : directory_iterator("data/Texts"))</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texts.push_back(read_file(doc));</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#pragma omp for schedule(dynamic,1)  // Tutti processano</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for (auto&amp; text : texts)</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UpdateHistogram(thread_hist, text, n);</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#pragma omp critical</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merge(hist, thread_hist);</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chemeClr val="dk1"/>
              </a:buClr>
              <a:buSzPts val="1100"/>
              <a:buFont typeface="Arial"/>
              <a:buNone/>
            </a:pPr>
            <a:r>
              <a:rPr b="0" i="0" lang="it" sz="900" u="none" cap="none" strike="noStrike">
                <a:solidFill>
                  <a:schemeClr val="dk1"/>
                </a:solidFill>
                <a:latin typeface="Times New Roman"/>
                <a:ea typeface="Times New Roman"/>
                <a:cs typeface="Times New Roman"/>
                <a:sym typeface="Times New Roman"/>
              </a:rPr>
              <a:t>}</a:t>
            </a:r>
            <a:endParaRPr b="0" i="0" sz="9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7"/>
          <p:cNvSpPr txBox="1"/>
          <p:nvPr>
            <p:ph idx="1" type="body"/>
          </p:nvPr>
        </p:nvSpPr>
        <p:spPr>
          <a:xfrm>
            <a:off x="233333" y="4927629"/>
            <a:ext cx="7590300" cy="187800"/>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lt2"/>
              </a:buClr>
              <a:buSzPts val="1100"/>
              <a:buNone/>
            </a:pPr>
            <a:r>
              <a:rPr lang="it"/>
              <a:t>Implementation</a:t>
            </a:r>
            <a:endParaRPr/>
          </a:p>
        </p:txBody>
      </p:sp>
      <p:sp>
        <p:nvSpPr>
          <p:cNvPr id="191" name="Google Shape;191;p7"/>
          <p:cNvSpPr txBox="1"/>
          <p:nvPr>
            <p:ph type="title"/>
          </p:nvPr>
        </p:nvSpPr>
        <p:spPr>
          <a:xfrm>
            <a:off x="520051" y="782220"/>
            <a:ext cx="8103900" cy="641100"/>
          </a:xfrm>
          <a:prstGeom prst="rect">
            <a:avLst/>
          </a:prstGeom>
          <a:noFill/>
          <a:ln>
            <a:noFill/>
          </a:ln>
        </p:spPr>
        <p:txBody>
          <a:bodyPr anchorCtr="0" anchor="t" bIns="45700" lIns="91425" spcFirstLastPara="1" rIns="91425" wrap="square" tIns="45700">
            <a:noAutofit/>
          </a:bodyPr>
          <a:lstStyle/>
          <a:p>
            <a:pPr indent="0" lvl="0" marL="0" rtl="0" algn="l">
              <a:lnSpc>
                <a:spcPct val="120000"/>
              </a:lnSpc>
              <a:spcBef>
                <a:spcPts val="0"/>
              </a:spcBef>
              <a:spcAft>
                <a:spcPts val="0"/>
              </a:spcAft>
              <a:buClr>
                <a:schemeClr val="dk1"/>
              </a:buClr>
              <a:buSzPts val="2400"/>
              <a:buFont typeface="Verdana"/>
              <a:buNone/>
            </a:pPr>
            <a:r>
              <a:rPr lang="it"/>
              <a:t>Implementation - Thread Scaling - On the Fly</a:t>
            </a:r>
            <a:endParaRPr/>
          </a:p>
        </p:txBody>
      </p:sp>
      <p:sp>
        <p:nvSpPr>
          <p:cNvPr id="192" name="Google Shape;192;p7"/>
          <p:cNvSpPr txBox="1"/>
          <p:nvPr/>
        </p:nvSpPr>
        <p:spPr>
          <a:xfrm>
            <a:off x="520050" y="1423250"/>
            <a:ext cx="7824600" cy="554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600"/>
              </a:spcAft>
              <a:buClr>
                <a:srgbClr val="000000"/>
              </a:buClr>
              <a:buSzPts val="1200"/>
              <a:buFont typeface="Arial"/>
              <a:buNone/>
            </a:pPr>
            <a:r>
              <a:rPr b="0" i="0" lang="it" sz="1200" u="none" cap="none" strike="noStrike">
                <a:solidFill>
                  <a:schemeClr val="dk1"/>
                </a:solidFill>
                <a:latin typeface="Times New Roman"/>
                <a:ea typeface="Times New Roman"/>
                <a:cs typeface="Times New Roman"/>
                <a:sym typeface="Times New Roman"/>
              </a:rPr>
              <a:t>Each thread reads and processes documents independently as they are assigned. This maximizes parallelism but may cause I/O contention on slow storage systems.</a:t>
            </a:r>
            <a:endParaRPr b="0" i="0" sz="1200" u="none" cap="none" strike="noStrike">
              <a:solidFill>
                <a:schemeClr val="dk1"/>
              </a:solidFill>
              <a:latin typeface="Times New Roman"/>
              <a:ea typeface="Times New Roman"/>
              <a:cs typeface="Times New Roman"/>
              <a:sym typeface="Times New Roman"/>
            </a:endParaRPr>
          </a:p>
        </p:txBody>
      </p:sp>
      <p:sp>
        <p:nvSpPr>
          <p:cNvPr id="193" name="Google Shape;193;p7"/>
          <p:cNvSpPr txBox="1"/>
          <p:nvPr/>
        </p:nvSpPr>
        <p:spPr>
          <a:xfrm>
            <a:off x="698950" y="2046200"/>
            <a:ext cx="5798100" cy="1985700"/>
          </a:xfrm>
          <a:prstGeom prst="rect">
            <a:avLst/>
          </a:prstGeom>
          <a:noFill/>
          <a:ln>
            <a:noFill/>
          </a:ln>
        </p:spPr>
        <p:txBody>
          <a:bodyPr anchorCtr="0" anchor="t" bIns="91425" lIns="91425" spcFirstLastPara="1" rIns="91425" wrap="square" tIns="91425">
            <a:spAutoFit/>
          </a:bodyPr>
          <a:lstStyle/>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#pragma omp parallel</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Histogram thread_hist;</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#pragma omp for schedule(dynamic,1)</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for (int i = 0; i &lt; doc_count; i++) {</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string content = read_file("data/Texts/" + to_string(i) + ".txt");</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UpdateHistogram(thread_hist, content, n);</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#pragma omp critical</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merge(hist, thread_hist);</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a:t>
            </a:r>
            <a:endParaRPr b="0" i="0" sz="9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sp>
        <p:nvSpPr>
          <p:cNvPr id="198" name="Google Shape;198;p8"/>
          <p:cNvSpPr txBox="1"/>
          <p:nvPr>
            <p:ph idx="1" type="body"/>
          </p:nvPr>
        </p:nvSpPr>
        <p:spPr>
          <a:xfrm>
            <a:off x="233333" y="4927629"/>
            <a:ext cx="7590300" cy="187800"/>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lt2"/>
              </a:buClr>
              <a:buSzPts val="1100"/>
              <a:buNone/>
            </a:pPr>
            <a:r>
              <a:rPr lang="it"/>
              <a:t>Implementation</a:t>
            </a:r>
            <a:endParaRPr/>
          </a:p>
        </p:txBody>
      </p:sp>
      <p:sp>
        <p:nvSpPr>
          <p:cNvPr id="199" name="Google Shape;199;p8"/>
          <p:cNvSpPr txBox="1"/>
          <p:nvPr>
            <p:ph type="title"/>
          </p:nvPr>
        </p:nvSpPr>
        <p:spPr>
          <a:xfrm>
            <a:off x="520051" y="782220"/>
            <a:ext cx="8103900" cy="641100"/>
          </a:xfrm>
          <a:prstGeom prst="rect">
            <a:avLst/>
          </a:prstGeom>
          <a:noFill/>
          <a:ln>
            <a:noFill/>
          </a:ln>
        </p:spPr>
        <p:txBody>
          <a:bodyPr anchorCtr="0" anchor="t" bIns="45700" lIns="91425" spcFirstLastPara="1" rIns="91425" wrap="square" tIns="45700">
            <a:noAutofit/>
          </a:bodyPr>
          <a:lstStyle/>
          <a:p>
            <a:pPr indent="0" lvl="0" marL="0" rtl="0" algn="l">
              <a:lnSpc>
                <a:spcPct val="120000"/>
              </a:lnSpc>
              <a:spcBef>
                <a:spcPts val="0"/>
              </a:spcBef>
              <a:spcAft>
                <a:spcPts val="0"/>
              </a:spcAft>
              <a:buClr>
                <a:schemeClr val="dk1"/>
              </a:buClr>
              <a:buSzPts val="2400"/>
              <a:buFont typeface="Verdana"/>
              <a:buNone/>
            </a:pPr>
            <a:r>
              <a:rPr lang="it"/>
              <a:t>Implementation - Thread Scaling - HP TLS</a:t>
            </a:r>
            <a:endParaRPr/>
          </a:p>
        </p:txBody>
      </p:sp>
      <p:sp>
        <p:nvSpPr>
          <p:cNvPr id="200" name="Google Shape;200;p8"/>
          <p:cNvSpPr txBox="1"/>
          <p:nvPr/>
        </p:nvSpPr>
        <p:spPr>
          <a:xfrm>
            <a:off x="520050" y="1423250"/>
            <a:ext cx="7824600" cy="523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600"/>
              </a:spcAft>
              <a:buClr>
                <a:srgbClr val="000000"/>
              </a:buClr>
              <a:buSzPts val="1100"/>
              <a:buFont typeface="Arial"/>
              <a:buNone/>
            </a:pPr>
            <a:r>
              <a:rPr b="0" i="0" lang="it" sz="1100" u="none" cap="none" strike="noStrike">
                <a:solidFill>
                  <a:schemeClr val="dk1"/>
                </a:solidFill>
                <a:latin typeface="Arial"/>
                <a:ea typeface="Arial"/>
                <a:cs typeface="Arial"/>
                <a:sym typeface="Arial"/>
              </a:rPr>
              <a:t>Each thread loads documents into its own local vector, then processes them sequentially. This combines parallel I/O with complete thread isolation for both data and histograms.</a:t>
            </a:r>
            <a:endParaRPr b="0" i="0" sz="1200" u="none" cap="none" strike="noStrike">
              <a:solidFill>
                <a:schemeClr val="dk1"/>
              </a:solidFill>
              <a:latin typeface="Times New Roman"/>
              <a:ea typeface="Times New Roman"/>
              <a:cs typeface="Times New Roman"/>
              <a:sym typeface="Times New Roman"/>
            </a:endParaRPr>
          </a:p>
        </p:txBody>
      </p:sp>
      <p:sp>
        <p:nvSpPr>
          <p:cNvPr id="201" name="Google Shape;201;p8"/>
          <p:cNvSpPr txBox="1"/>
          <p:nvPr/>
        </p:nvSpPr>
        <p:spPr>
          <a:xfrm>
            <a:off x="698950" y="2046200"/>
            <a:ext cx="5798100" cy="2539800"/>
          </a:xfrm>
          <a:prstGeom prst="rect">
            <a:avLst/>
          </a:prstGeom>
          <a:noFill/>
          <a:ln>
            <a:noFill/>
          </a:ln>
        </p:spPr>
        <p:txBody>
          <a:bodyPr anchorCtr="0" anchor="t" bIns="91425" lIns="91425" spcFirstLastPara="1" rIns="91425" wrap="square" tIns="91425">
            <a:spAutoFit/>
          </a:bodyPr>
          <a:lstStyle/>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#pragma omp parallel</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vector&lt;string&gt; local_texts;</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Histogram thread_hist;</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#pragma omp for schedule(dynamic,1)</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for (int i = 0; i &lt; doc_count; i++)</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local_texts.push_back(read_file(i));</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for (auto&amp; text : local_texts)</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UpdateHistogram(thread_hist, text, n);</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#pragma omp critical</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merge(hist, thread_hist);</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t/>
            </a:r>
            <a:endParaRPr b="0" i="0" sz="9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5" name="Shape 205"/>
        <p:cNvGrpSpPr/>
        <p:nvPr/>
      </p:nvGrpSpPr>
      <p:grpSpPr>
        <a:xfrm>
          <a:off x="0" y="0"/>
          <a:ext cx="0" cy="0"/>
          <a:chOff x="0" y="0"/>
          <a:chExt cx="0" cy="0"/>
        </a:xfrm>
      </p:grpSpPr>
      <p:sp>
        <p:nvSpPr>
          <p:cNvPr id="206" name="Google Shape;206;p9"/>
          <p:cNvSpPr txBox="1"/>
          <p:nvPr>
            <p:ph idx="1" type="body"/>
          </p:nvPr>
        </p:nvSpPr>
        <p:spPr>
          <a:xfrm>
            <a:off x="233333" y="4927629"/>
            <a:ext cx="7590300" cy="187800"/>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lt2"/>
              </a:buClr>
              <a:buSzPts val="1100"/>
              <a:buNone/>
            </a:pPr>
            <a:r>
              <a:rPr lang="it"/>
              <a:t>Implementation</a:t>
            </a:r>
            <a:endParaRPr/>
          </a:p>
        </p:txBody>
      </p:sp>
      <p:sp>
        <p:nvSpPr>
          <p:cNvPr id="207" name="Google Shape;207;p9"/>
          <p:cNvSpPr txBox="1"/>
          <p:nvPr>
            <p:ph type="title"/>
          </p:nvPr>
        </p:nvSpPr>
        <p:spPr>
          <a:xfrm>
            <a:off x="520051" y="782220"/>
            <a:ext cx="8103900" cy="641100"/>
          </a:xfrm>
          <a:prstGeom prst="rect">
            <a:avLst/>
          </a:prstGeom>
          <a:noFill/>
          <a:ln>
            <a:noFill/>
          </a:ln>
        </p:spPr>
        <p:txBody>
          <a:bodyPr anchorCtr="0" anchor="t" bIns="45700" lIns="91425" spcFirstLastPara="1" rIns="91425" wrap="square" tIns="45700">
            <a:noAutofit/>
          </a:bodyPr>
          <a:lstStyle/>
          <a:p>
            <a:pPr indent="0" lvl="0" marL="0" rtl="0" algn="l">
              <a:lnSpc>
                <a:spcPct val="120000"/>
              </a:lnSpc>
              <a:spcBef>
                <a:spcPts val="0"/>
              </a:spcBef>
              <a:spcAft>
                <a:spcPts val="0"/>
              </a:spcAft>
              <a:buClr>
                <a:schemeClr val="dk1"/>
              </a:buClr>
              <a:buSzPts val="2400"/>
              <a:buFont typeface="Verdana"/>
              <a:buNone/>
            </a:pPr>
            <a:r>
              <a:rPr lang="it"/>
              <a:t>Implementation - Workload Scaling - DL</a:t>
            </a:r>
            <a:endParaRPr/>
          </a:p>
        </p:txBody>
      </p:sp>
      <p:sp>
        <p:nvSpPr>
          <p:cNvPr id="208" name="Google Shape;208;p9"/>
          <p:cNvSpPr txBox="1"/>
          <p:nvPr/>
        </p:nvSpPr>
        <p:spPr>
          <a:xfrm>
            <a:off x="520050" y="1423250"/>
            <a:ext cx="7824600" cy="554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600"/>
              </a:spcAft>
              <a:buClr>
                <a:srgbClr val="000000"/>
              </a:buClr>
              <a:buSzPts val="1200"/>
              <a:buFont typeface="Arial"/>
              <a:buNone/>
            </a:pPr>
            <a:r>
              <a:rPr b="0" i="0" lang="it" sz="1200" u="none" cap="none" strike="noStrike">
                <a:solidFill>
                  <a:schemeClr val="dk1"/>
                </a:solidFill>
                <a:latin typeface="Times New Roman"/>
                <a:ea typeface="Times New Roman"/>
                <a:cs typeface="Times New Roman"/>
                <a:sym typeface="Times New Roman"/>
              </a:rPr>
              <a:t>Documents are tokenized in parallel first, then each thread processes a subset of documents using dynamic scheduling. This strategy pre-allocates histogram capacity based on estimated n-gram count.</a:t>
            </a:r>
            <a:endParaRPr b="0" i="0" sz="1200" u="none" cap="none" strike="noStrike">
              <a:solidFill>
                <a:schemeClr val="dk1"/>
              </a:solidFill>
              <a:latin typeface="Times New Roman"/>
              <a:ea typeface="Times New Roman"/>
              <a:cs typeface="Times New Roman"/>
              <a:sym typeface="Times New Roman"/>
            </a:endParaRPr>
          </a:p>
        </p:txBody>
      </p:sp>
      <p:sp>
        <p:nvSpPr>
          <p:cNvPr id="209" name="Google Shape;209;p9"/>
          <p:cNvSpPr txBox="1"/>
          <p:nvPr/>
        </p:nvSpPr>
        <p:spPr>
          <a:xfrm>
            <a:off x="698950" y="2046200"/>
            <a:ext cx="5798100" cy="1985700"/>
          </a:xfrm>
          <a:prstGeom prst="rect">
            <a:avLst/>
          </a:prstGeom>
          <a:noFill/>
          <a:ln>
            <a:noFill/>
          </a:ln>
        </p:spPr>
        <p:txBody>
          <a:bodyPr anchorCtr="0" anchor="t" bIns="91425" lIns="91425" spcFirstLastPara="1" rIns="91425" wrap="square" tIns="91425">
            <a:spAutoFit/>
          </a:bodyPr>
          <a:lstStyle/>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#pragma omp parallel for schedule(dynamic)</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for (int i = 0; i &lt; num_docs; i++)</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tokenized_docs[i] = tokenize(read_file(files[i]));</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#pragma omp parallel</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Histogram&amp; my_hist = local_hists[omp_get_thread_num()];</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#pragma omp for schedule(dynamic, 4)</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for (int task = 0; task &lt; num_docs * multiplier; task++)</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count_ngrams(tokenized_docs[task % num_docs], my_hist);</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t/>
            </a:r>
            <a:endParaRPr b="0" i="0" sz="9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10"/>
          <p:cNvSpPr txBox="1"/>
          <p:nvPr>
            <p:ph idx="1" type="body"/>
          </p:nvPr>
        </p:nvSpPr>
        <p:spPr>
          <a:xfrm>
            <a:off x="233333" y="4927629"/>
            <a:ext cx="7590300" cy="187800"/>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lt2"/>
              </a:buClr>
              <a:buSzPts val="1100"/>
              <a:buNone/>
            </a:pPr>
            <a:r>
              <a:rPr lang="it"/>
              <a:t>Implementation</a:t>
            </a:r>
            <a:endParaRPr/>
          </a:p>
        </p:txBody>
      </p:sp>
      <p:sp>
        <p:nvSpPr>
          <p:cNvPr id="215" name="Google Shape;215;p10"/>
          <p:cNvSpPr txBox="1"/>
          <p:nvPr>
            <p:ph type="title"/>
          </p:nvPr>
        </p:nvSpPr>
        <p:spPr>
          <a:xfrm>
            <a:off x="520051" y="782220"/>
            <a:ext cx="8103900" cy="641100"/>
          </a:xfrm>
          <a:prstGeom prst="rect">
            <a:avLst/>
          </a:prstGeom>
          <a:noFill/>
          <a:ln>
            <a:noFill/>
          </a:ln>
        </p:spPr>
        <p:txBody>
          <a:bodyPr anchorCtr="0" anchor="t" bIns="45700" lIns="91425" spcFirstLastPara="1" rIns="91425" wrap="square" tIns="45700">
            <a:noAutofit/>
          </a:bodyPr>
          <a:lstStyle/>
          <a:p>
            <a:pPr indent="0" lvl="0" marL="0" rtl="0" algn="l">
              <a:lnSpc>
                <a:spcPct val="120000"/>
              </a:lnSpc>
              <a:spcBef>
                <a:spcPts val="0"/>
              </a:spcBef>
              <a:spcAft>
                <a:spcPts val="0"/>
              </a:spcAft>
              <a:buClr>
                <a:schemeClr val="dk1"/>
              </a:buClr>
              <a:buSzPts val="2400"/>
              <a:buFont typeface="Verdana"/>
              <a:buNone/>
            </a:pPr>
            <a:r>
              <a:rPr lang="it"/>
              <a:t>Implementation - Workload Scaling - FGL</a:t>
            </a:r>
            <a:endParaRPr/>
          </a:p>
        </p:txBody>
      </p:sp>
      <p:sp>
        <p:nvSpPr>
          <p:cNvPr id="216" name="Google Shape;216;p10"/>
          <p:cNvSpPr txBox="1"/>
          <p:nvPr/>
        </p:nvSpPr>
        <p:spPr>
          <a:xfrm>
            <a:off x="520050" y="1423250"/>
            <a:ext cx="7824600" cy="554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600"/>
              </a:spcAft>
              <a:buClr>
                <a:srgbClr val="000000"/>
              </a:buClr>
              <a:buSzPts val="1200"/>
              <a:buFont typeface="Arial"/>
              <a:buNone/>
            </a:pPr>
            <a:r>
              <a:rPr b="0" i="0" lang="it" sz="1200" u="none" cap="none" strike="noStrike">
                <a:solidFill>
                  <a:schemeClr val="dk1"/>
                </a:solidFill>
                <a:latin typeface="Times New Roman"/>
                <a:ea typeface="Times New Roman"/>
                <a:cs typeface="Times New Roman"/>
                <a:sym typeface="Times New Roman"/>
              </a:rPr>
              <a:t>Uses a sharded hash table with 1024 independent shards, each protected by its own OpenMP lock. N-grams are hashed to determine the shard, reducing lock contention compared to a single global lock.</a:t>
            </a:r>
            <a:endParaRPr b="0" i="0" sz="1200" u="none" cap="none" strike="noStrike">
              <a:solidFill>
                <a:schemeClr val="dk1"/>
              </a:solidFill>
              <a:latin typeface="Times New Roman"/>
              <a:ea typeface="Times New Roman"/>
              <a:cs typeface="Times New Roman"/>
              <a:sym typeface="Times New Roman"/>
            </a:endParaRPr>
          </a:p>
        </p:txBody>
      </p:sp>
      <p:sp>
        <p:nvSpPr>
          <p:cNvPr id="217" name="Google Shape;217;p10"/>
          <p:cNvSpPr txBox="1"/>
          <p:nvPr/>
        </p:nvSpPr>
        <p:spPr>
          <a:xfrm>
            <a:off x="698950" y="2046200"/>
            <a:ext cx="5798100" cy="2262600"/>
          </a:xfrm>
          <a:prstGeom prst="rect">
            <a:avLst/>
          </a:prstGeom>
          <a:noFill/>
          <a:ln>
            <a:noFill/>
          </a:ln>
        </p:spPr>
        <p:txBody>
          <a:bodyPr anchorCtr="0" anchor="t" bIns="91425" lIns="91425" spcFirstLastPara="1" rIns="91425" wrap="square" tIns="91425">
            <a:spAutoFit/>
          </a:bodyPr>
          <a:lstStyle/>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size_t chunk_size = max(1000, num_ngrams / (num_threads * 6));</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size_t num_chunks = (num_ngrams + chunk_size - 1) / chunk_size;</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#pragma omp parallel</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Histogram&amp; my_hist = local_hists[omp_get_thread_num()];</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#pragma omp for schedule(dynamic)</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for (size_t c = 0; c &lt; num_chunks; c++) {</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size_t start = c * chunk_size;</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size_t end = min(start + chunk_size, num_ngrams);</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for (size_t k = start; k &lt; end; k++)</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my_hist[build_ngram(corpus, k, n)]++;</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a:t>
            </a:r>
            <a:endParaRPr b="0" i="0" sz="9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a:t>
            </a:r>
            <a:endParaRPr b="0" i="0" sz="9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1" name="Shape 221"/>
        <p:cNvGrpSpPr/>
        <p:nvPr/>
      </p:nvGrpSpPr>
      <p:grpSpPr>
        <a:xfrm>
          <a:off x="0" y="0"/>
          <a:ext cx="0" cy="0"/>
          <a:chOff x="0" y="0"/>
          <a:chExt cx="0" cy="0"/>
        </a:xfrm>
      </p:grpSpPr>
      <p:sp>
        <p:nvSpPr>
          <p:cNvPr id="222" name="Google Shape;222;p11"/>
          <p:cNvSpPr txBox="1"/>
          <p:nvPr>
            <p:ph idx="1" type="body"/>
          </p:nvPr>
        </p:nvSpPr>
        <p:spPr>
          <a:xfrm>
            <a:off x="233333" y="4927629"/>
            <a:ext cx="7590300" cy="187800"/>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lt2"/>
              </a:buClr>
              <a:buSzPts val="1100"/>
              <a:buNone/>
            </a:pPr>
            <a:r>
              <a:rPr lang="it"/>
              <a:t>Implementation</a:t>
            </a:r>
            <a:endParaRPr/>
          </a:p>
        </p:txBody>
      </p:sp>
      <p:sp>
        <p:nvSpPr>
          <p:cNvPr id="223" name="Google Shape;223;p11"/>
          <p:cNvSpPr txBox="1"/>
          <p:nvPr>
            <p:ph type="title"/>
          </p:nvPr>
        </p:nvSpPr>
        <p:spPr>
          <a:xfrm>
            <a:off x="520051" y="782220"/>
            <a:ext cx="8103900" cy="641100"/>
          </a:xfrm>
          <a:prstGeom prst="rect">
            <a:avLst/>
          </a:prstGeom>
          <a:noFill/>
          <a:ln>
            <a:noFill/>
          </a:ln>
        </p:spPr>
        <p:txBody>
          <a:bodyPr anchorCtr="0" anchor="t" bIns="45700" lIns="91425" spcFirstLastPara="1" rIns="91425" wrap="square" tIns="45700">
            <a:noAutofit/>
          </a:bodyPr>
          <a:lstStyle/>
          <a:p>
            <a:pPr indent="0" lvl="0" marL="0" rtl="0" algn="l">
              <a:lnSpc>
                <a:spcPct val="120000"/>
              </a:lnSpc>
              <a:spcBef>
                <a:spcPts val="0"/>
              </a:spcBef>
              <a:spcAft>
                <a:spcPts val="0"/>
              </a:spcAft>
              <a:buClr>
                <a:schemeClr val="dk1"/>
              </a:buClr>
              <a:buSzPts val="2400"/>
              <a:buFont typeface="Verdana"/>
              <a:buNone/>
            </a:pPr>
            <a:r>
              <a:rPr lang="it"/>
              <a:t>Implementation - Workload Scaling - CB</a:t>
            </a:r>
            <a:endParaRPr/>
          </a:p>
        </p:txBody>
      </p:sp>
      <p:sp>
        <p:nvSpPr>
          <p:cNvPr id="224" name="Google Shape;224;p11"/>
          <p:cNvSpPr txBox="1"/>
          <p:nvPr/>
        </p:nvSpPr>
        <p:spPr>
          <a:xfrm>
            <a:off x="520050" y="1423250"/>
            <a:ext cx="7824600" cy="554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600"/>
              </a:spcAft>
              <a:buClr>
                <a:srgbClr val="000000"/>
              </a:buClr>
              <a:buSzPts val="1200"/>
              <a:buFont typeface="Arial"/>
              <a:buNone/>
            </a:pPr>
            <a:r>
              <a:rPr b="0" i="0" lang="it" sz="1200" u="none" cap="none" strike="noStrike">
                <a:solidFill>
                  <a:schemeClr val="dk1"/>
                </a:solidFill>
                <a:latin typeface="Times New Roman"/>
                <a:ea typeface="Times New Roman"/>
                <a:cs typeface="Times New Roman"/>
                <a:sym typeface="Times New Roman"/>
              </a:rPr>
              <a:t>The corpus is divided into chunks with size automatically determined based on thread count. Uses dynamic scheduling for load balancing, with each thread maintaining a local histogram.</a:t>
            </a:r>
            <a:endParaRPr b="0" i="0" sz="1200" u="none" cap="none" strike="noStrike">
              <a:solidFill>
                <a:schemeClr val="dk1"/>
              </a:solidFill>
              <a:latin typeface="Times New Roman"/>
              <a:ea typeface="Times New Roman"/>
              <a:cs typeface="Times New Roman"/>
              <a:sym typeface="Times New Roman"/>
            </a:endParaRPr>
          </a:p>
        </p:txBody>
      </p:sp>
      <p:sp>
        <p:nvSpPr>
          <p:cNvPr id="225" name="Google Shape;225;p11"/>
          <p:cNvSpPr txBox="1"/>
          <p:nvPr/>
        </p:nvSpPr>
        <p:spPr>
          <a:xfrm>
            <a:off x="698950" y="2046200"/>
            <a:ext cx="5798100" cy="2586000"/>
          </a:xfrm>
          <a:prstGeom prst="rect">
            <a:avLst/>
          </a:prstGeom>
          <a:noFill/>
          <a:ln>
            <a:noFill/>
          </a:ln>
        </p:spPr>
        <p:txBody>
          <a:bodyPr anchorCtr="0" anchor="t" bIns="91425" lIns="91425" spcFirstLastPara="1" rIns="91425" wrap="square" tIns="91425">
            <a:spAutoFit/>
          </a:bodyPr>
          <a:lstStyle/>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Calculate adaptive chunk size</a:t>
            </a:r>
            <a:endParaRPr b="0" i="0" sz="12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size_t chunk_size = std::max(1000UL, num_ngrams / (num_threads * 6));</a:t>
            </a:r>
            <a:endParaRPr b="0" i="0" sz="12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size_t num_chunks = (num_ngrams + chunk_size - 1) / chunk_size;</a:t>
            </a:r>
            <a:endParaRPr b="0" i="0" sz="12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#pragma omp parallel num_threads(num_threads)</a:t>
            </a:r>
            <a:endParaRPr b="0" i="0" sz="12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a:t>
            </a:r>
            <a:endParaRPr b="0" i="0" sz="12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Histogram&amp; my_hist = local_hists[omp_get_thread_num()];</a:t>
            </a:r>
            <a:endParaRPr b="0" i="0" sz="12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#pragma omp for schedule(dynamic)</a:t>
            </a:r>
            <a:endParaRPr b="0" i="0" sz="12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for (size_t chunk_id = 0; chunk_id &lt; num_chunks; ++chunk_id) {</a:t>
            </a:r>
            <a:endParaRPr b="0" i="0" sz="12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size_t start = chunk_id * chunk_size;</a:t>
            </a:r>
            <a:endParaRPr b="0" i="0" sz="12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size_t end = std::min(start + chunk_size, num_ngrams);</a:t>
            </a:r>
            <a:endParaRPr b="0" i="0" sz="12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for (size_t k = start; k &lt; end; ++k) {</a:t>
            </a:r>
            <a:endParaRPr b="0" i="0" sz="12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build_ngram_inplace(corpus, k, ngram_size, buffer);</a:t>
            </a:r>
            <a:endParaRPr b="0" i="0" sz="12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my_hist[buffer]++;</a:t>
            </a:r>
            <a:endParaRPr b="0" i="0" sz="12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a:t>
            </a:r>
            <a:endParaRPr b="0" i="0" sz="12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a:t>
            </a:r>
            <a:endParaRPr b="0" i="0" sz="12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a:t>
            </a:r>
            <a:endParaRPr b="0" i="0" sz="9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12"/>
          <p:cNvSpPr txBox="1"/>
          <p:nvPr>
            <p:ph idx="1" type="body"/>
          </p:nvPr>
        </p:nvSpPr>
        <p:spPr>
          <a:xfrm>
            <a:off x="233333" y="4927629"/>
            <a:ext cx="7590300" cy="187800"/>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lt2"/>
              </a:buClr>
              <a:buSzPts val="1100"/>
              <a:buNone/>
            </a:pPr>
            <a:r>
              <a:rPr lang="it"/>
              <a:t>Implementation</a:t>
            </a:r>
            <a:endParaRPr/>
          </a:p>
        </p:txBody>
      </p:sp>
      <p:sp>
        <p:nvSpPr>
          <p:cNvPr id="231" name="Google Shape;231;p12"/>
          <p:cNvSpPr txBox="1"/>
          <p:nvPr>
            <p:ph type="title"/>
          </p:nvPr>
        </p:nvSpPr>
        <p:spPr>
          <a:xfrm>
            <a:off x="520051" y="782220"/>
            <a:ext cx="8103900" cy="641100"/>
          </a:xfrm>
          <a:prstGeom prst="rect">
            <a:avLst/>
          </a:prstGeom>
          <a:noFill/>
          <a:ln>
            <a:noFill/>
          </a:ln>
        </p:spPr>
        <p:txBody>
          <a:bodyPr anchorCtr="0" anchor="t" bIns="45700" lIns="91425" spcFirstLastPara="1" rIns="91425" wrap="square" tIns="45700">
            <a:noAutofit/>
          </a:bodyPr>
          <a:lstStyle/>
          <a:p>
            <a:pPr indent="0" lvl="0" marL="0" rtl="0" algn="l">
              <a:lnSpc>
                <a:spcPct val="120000"/>
              </a:lnSpc>
              <a:spcBef>
                <a:spcPts val="0"/>
              </a:spcBef>
              <a:spcAft>
                <a:spcPts val="0"/>
              </a:spcAft>
              <a:buClr>
                <a:schemeClr val="dk1"/>
              </a:buClr>
              <a:buSzPts val="2400"/>
              <a:buFont typeface="Verdana"/>
              <a:buNone/>
            </a:pPr>
            <a:r>
              <a:rPr lang="it"/>
              <a:t>Implementation - Tokenization</a:t>
            </a:r>
            <a:endParaRPr/>
          </a:p>
        </p:txBody>
      </p:sp>
      <p:sp>
        <p:nvSpPr>
          <p:cNvPr id="232" name="Google Shape;232;p12"/>
          <p:cNvSpPr txBox="1"/>
          <p:nvPr/>
        </p:nvSpPr>
        <p:spPr>
          <a:xfrm>
            <a:off x="520050" y="1423250"/>
            <a:ext cx="7824600" cy="3693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600"/>
              </a:spcAft>
              <a:buClr>
                <a:srgbClr val="000000"/>
              </a:buClr>
              <a:buSzPts val="1200"/>
              <a:buFont typeface="Arial"/>
              <a:buNone/>
            </a:pPr>
            <a:r>
              <a:rPr b="0" i="0" lang="it" sz="1200" u="none" cap="none" strike="noStrike">
                <a:solidFill>
                  <a:schemeClr val="dk1"/>
                </a:solidFill>
                <a:latin typeface="Times New Roman"/>
                <a:ea typeface="Times New Roman"/>
                <a:cs typeface="Times New Roman"/>
                <a:sym typeface="Times New Roman"/>
              </a:rPr>
              <a:t>This function converts raw text to a vector of lowercase words, using SIMD vectorization for character processing.</a:t>
            </a:r>
            <a:endParaRPr b="0" i="0" sz="1200" u="none" cap="none" strike="noStrike">
              <a:solidFill>
                <a:schemeClr val="dk1"/>
              </a:solidFill>
              <a:latin typeface="Times New Roman"/>
              <a:ea typeface="Times New Roman"/>
              <a:cs typeface="Times New Roman"/>
              <a:sym typeface="Times New Roman"/>
            </a:endParaRPr>
          </a:p>
        </p:txBody>
      </p:sp>
      <p:sp>
        <p:nvSpPr>
          <p:cNvPr id="233" name="Google Shape;233;p12"/>
          <p:cNvSpPr txBox="1"/>
          <p:nvPr/>
        </p:nvSpPr>
        <p:spPr>
          <a:xfrm>
            <a:off x="682175" y="1792550"/>
            <a:ext cx="5798100" cy="3093900"/>
          </a:xfrm>
          <a:prstGeom prst="rect">
            <a:avLst/>
          </a:prstGeom>
          <a:noFill/>
          <a:ln>
            <a:noFill/>
          </a:ln>
        </p:spPr>
        <p:txBody>
          <a:bodyPr anchorCtr="0" anchor="t" bIns="91425" lIns="91425" spcFirstLastPara="1" rIns="91425" wrap="square" tIns="91425">
            <a:spAutoFit/>
          </a:bodyPr>
          <a:lstStyle/>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std::vector&lt;std::string&gt; tokenize_text(const std::string&amp; text)</a:t>
            </a:r>
            <a:endParaRPr b="0" i="0" sz="12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a:t>
            </a:r>
            <a:endParaRPr b="0" i="0" sz="12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std::vector&lt;std::string&gt; words;</a:t>
            </a:r>
            <a:endParaRPr b="0" i="0" sz="12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std::string processed_text = text;</a:t>
            </a:r>
            <a:endParaRPr b="0" i="0" sz="12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#pragma omp simd</a:t>
            </a:r>
            <a:endParaRPr b="0" i="0" sz="12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for (size_t i = 0; i &lt; processed_text.length(); ++i)</a:t>
            </a:r>
            <a:endParaRPr b="0" i="0" sz="12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processed_text[i] = std::tolower(processed_text[i]);</a:t>
            </a:r>
            <a:endParaRPr b="0" i="0" sz="12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#pragma omp simd</a:t>
            </a:r>
            <a:endParaRPr b="0" i="0" sz="12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for (size_t i = 0; i &lt; processed_text.length(); ++i)</a:t>
            </a:r>
            <a:endParaRPr b="0" i="0" sz="12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a:t>
            </a:r>
            <a:endParaRPr b="0" i="0" sz="12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char c = processed_text[i];</a:t>
            </a:r>
            <a:endParaRPr b="0" i="0" sz="12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if (std::ispunct(c) || c == '\n' || c == '\t')</a:t>
            </a:r>
            <a:endParaRPr b="0" i="0" sz="12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processed_text[i] = ' ';</a:t>
            </a:r>
            <a:endParaRPr b="0" i="0" sz="12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a:t>
            </a:r>
            <a:endParaRPr b="0" i="0" sz="12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std::stringstream ss(processed_text);</a:t>
            </a:r>
            <a:endParaRPr b="0" i="0" sz="12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std::string word;</a:t>
            </a:r>
            <a:endParaRPr b="0" i="0" sz="12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while (ss &gt;&gt; word)</a:t>
            </a:r>
            <a:endParaRPr b="0" i="0" sz="12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if (!word.empty())</a:t>
            </a:r>
            <a:endParaRPr b="0" i="0" sz="12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words.push_back(word);</a:t>
            </a:r>
            <a:endParaRPr b="0" i="0" sz="12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    return words;</a:t>
            </a:r>
            <a:endParaRPr b="0" i="0" sz="1200" u="none" cap="none" strike="noStrike">
              <a:solidFill>
                <a:schemeClr val="dk1"/>
              </a:solidFill>
              <a:latin typeface="Times New Roman"/>
              <a:ea typeface="Times New Roman"/>
              <a:cs typeface="Times New Roman"/>
              <a:sym typeface="Times New Roman"/>
            </a:endParaRPr>
          </a:p>
          <a:p>
            <a:pPr indent="0" lvl="0" marL="127000" marR="127000" rtl="0" algn="l">
              <a:lnSpc>
                <a:spcPct val="100000"/>
              </a:lnSpc>
              <a:spcBef>
                <a:spcPts val="0"/>
              </a:spcBef>
              <a:spcAft>
                <a:spcPts val="0"/>
              </a:spcAft>
              <a:buClr>
                <a:srgbClr val="000000"/>
              </a:buClr>
              <a:buSzPts val="900"/>
              <a:buFont typeface="Arial"/>
              <a:buNone/>
            </a:pPr>
            <a:r>
              <a:rPr b="0" i="0" lang="it" sz="900" u="none" cap="none" strike="noStrike">
                <a:solidFill>
                  <a:schemeClr val="dk1"/>
                </a:solidFill>
                <a:latin typeface="Times New Roman"/>
                <a:ea typeface="Times New Roman"/>
                <a:cs typeface="Times New Roman"/>
                <a:sym typeface="Times New Roman"/>
              </a:rPr>
              <a:t>}</a:t>
            </a:r>
            <a:endParaRPr b="0" i="0" sz="9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13"/>
          <p:cNvSpPr txBox="1"/>
          <p:nvPr>
            <p:ph idx="1" type="body"/>
          </p:nvPr>
        </p:nvSpPr>
        <p:spPr>
          <a:xfrm>
            <a:off x="246583" y="4934254"/>
            <a:ext cx="7590300" cy="187875"/>
          </a:xfrm>
          <a:prstGeom prst="rect">
            <a:avLst/>
          </a:prstGeom>
          <a:noFill/>
          <a:ln>
            <a:noFill/>
          </a:ln>
        </p:spPr>
        <p:txBody>
          <a:bodyPr anchorCtr="0" anchor="t" bIns="45700" lIns="91425" spcFirstLastPara="1" rIns="91425" wrap="square" tIns="45700">
            <a:noAutofit/>
          </a:bodyPr>
          <a:lstStyle/>
          <a:p>
            <a:pPr indent="-228600" lvl="0" marL="228600" rtl="0" algn="l">
              <a:lnSpc>
                <a:spcPct val="90000"/>
              </a:lnSpc>
              <a:spcBef>
                <a:spcPts val="0"/>
              </a:spcBef>
              <a:spcAft>
                <a:spcPts val="0"/>
              </a:spcAft>
              <a:buClr>
                <a:schemeClr val="lt2"/>
              </a:buClr>
              <a:buSzPts val="1100"/>
              <a:buNone/>
            </a:pPr>
            <a:r>
              <a:rPr lang="it"/>
              <a:t>Experimental Results</a:t>
            </a:r>
            <a:endParaRPr/>
          </a:p>
        </p:txBody>
      </p:sp>
      <p:sp>
        <p:nvSpPr>
          <p:cNvPr id="239" name="Google Shape;239;p13"/>
          <p:cNvSpPr txBox="1"/>
          <p:nvPr>
            <p:ph type="title"/>
          </p:nvPr>
        </p:nvSpPr>
        <p:spPr>
          <a:xfrm>
            <a:off x="520051" y="782220"/>
            <a:ext cx="8103900" cy="641100"/>
          </a:xfrm>
          <a:prstGeom prst="rect">
            <a:avLst/>
          </a:prstGeom>
          <a:noFill/>
          <a:ln>
            <a:noFill/>
          </a:ln>
        </p:spPr>
        <p:txBody>
          <a:bodyPr anchorCtr="0" anchor="t" bIns="45700" lIns="91425" spcFirstLastPara="1" rIns="91425" wrap="square" tIns="45700">
            <a:noAutofit/>
          </a:bodyPr>
          <a:lstStyle/>
          <a:p>
            <a:pPr indent="0" lvl="0" marL="0" rtl="0" algn="l">
              <a:lnSpc>
                <a:spcPct val="120000"/>
              </a:lnSpc>
              <a:spcBef>
                <a:spcPts val="0"/>
              </a:spcBef>
              <a:spcAft>
                <a:spcPts val="0"/>
              </a:spcAft>
              <a:buClr>
                <a:schemeClr val="dk1"/>
              </a:buClr>
              <a:buSzPts val="2400"/>
              <a:buFont typeface="Verdana"/>
              <a:buNone/>
            </a:pPr>
            <a:r>
              <a:rPr lang="it"/>
              <a:t>Experimental Results - Bigrams</a:t>
            </a:r>
            <a:endParaRPr/>
          </a:p>
        </p:txBody>
      </p:sp>
      <p:sp>
        <p:nvSpPr>
          <p:cNvPr id="240" name="Google Shape;240;p13"/>
          <p:cNvSpPr txBox="1"/>
          <p:nvPr/>
        </p:nvSpPr>
        <p:spPr>
          <a:xfrm>
            <a:off x="520050" y="3646200"/>
            <a:ext cx="3516300" cy="12930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600"/>
              </a:spcAft>
              <a:buClr>
                <a:schemeClr val="dk1"/>
              </a:buClr>
              <a:buSzPts val="1100"/>
              <a:buFont typeface="Arial"/>
              <a:buNone/>
            </a:pPr>
            <a:r>
              <a:rPr b="0" i="0" lang="it" sz="1200" u="none" cap="none" strike="noStrike">
                <a:solidFill>
                  <a:schemeClr val="dk1"/>
                </a:solidFill>
                <a:latin typeface="Times New Roman"/>
                <a:ea typeface="Times New Roman"/>
                <a:cs typeface="Times New Roman"/>
                <a:sym typeface="Times New Roman"/>
              </a:rPr>
              <a:t>All three strategies show similar scaling behavior, reaching maximum speedup around 2.5-2.7x with 8-10 threads. The Hybrid-TLS strategy achieves slightly better peak performance (2.7x at 9 threads). Beyond 10 threads, speedup plateaus due to memory bandwidth saturation.</a:t>
            </a:r>
            <a:endParaRPr b="0" i="0" sz="1400" u="none" cap="none" strike="noStrike">
              <a:solidFill>
                <a:srgbClr val="000000"/>
              </a:solidFill>
              <a:latin typeface="Arial"/>
              <a:ea typeface="Arial"/>
              <a:cs typeface="Arial"/>
              <a:sym typeface="Arial"/>
            </a:endParaRPr>
          </a:p>
        </p:txBody>
      </p:sp>
      <p:pic>
        <p:nvPicPr>
          <p:cNvPr id="241" name="Google Shape;241;p13" title="scaling_speedup.png"/>
          <p:cNvPicPr preferRelativeResize="0"/>
          <p:nvPr/>
        </p:nvPicPr>
        <p:blipFill rotWithShape="1">
          <a:blip r:embed="rId3">
            <a:alphaModFix/>
          </a:blip>
          <a:srcRect b="0" l="0" r="0" t="0"/>
          <a:stretch/>
        </p:blipFill>
        <p:spPr>
          <a:xfrm>
            <a:off x="520050" y="1536500"/>
            <a:ext cx="3516168" cy="2109701"/>
          </a:xfrm>
          <a:prstGeom prst="rect">
            <a:avLst/>
          </a:prstGeom>
          <a:noFill/>
          <a:ln>
            <a:noFill/>
          </a:ln>
        </p:spPr>
      </p:pic>
      <p:pic>
        <p:nvPicPr>
          <p:cNvPr id="242" name="Google Shape;242;p13" title="workload_speedup.png"/>
          <p:cNvPicPr preferRelativeResize="0"/>
          <p:nvPr/>
        </p:nvPicPr>
        <p:blipFill rotWithShape="1">
          <a:blip r:embed="rId4">
            <a:alphaModFix/>
          </a:blip>
          <a:srcRect b="0" l="0" r="0" t="0"/>
          <a:stretch/>
        </p:blipFill>
        <p:spPr>
          <a:xfrm>
            <a:off x="4410200" y="1536500"/>
            <a:ext cx="3455533" cy="2073320"/>
          </a:xfrm>
          <a:prstGeom prst="rect">
            <a:avLst/>
          </a:prstGeom>
          <a:noFill/>
          <a:ln>
            <a:noFill/>
          </a:ln>
        </p:spPr>
      </p:pic>
      <p:sp>
        <p:nvSpPr>
          <p:cNvPr id="243" name="Google Shape;243;p13"/>
          <p:cNvSpPr txBox="1"/>
          <p:nvPr/>
        </p:nvSpPr>
        <p:spPr>
          <a:xfrm>
            <a:off x="4572000" y="3646200"/>
            <a:ext cx="3516300" cy="1108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600"/>
              </a:spcAft>
              <a:buClr>
                <a:srgbClr val="000000"/>
              </a:buClr>
              <a:buSzPts val="1200"/>
              <a:buFont typeface="Arial"/>
              <a:buNone/>
            </a:pPr>
            <a:r>
              <a:rPr b="0" i="0" lang="it" sz="1200" u="none" cap="none" strike="noStrike">
                <a:solidFill>
                  <a:schemeClr val="dk1"/>
                </a:solidFill>
                <a:latin typeface="Times New Roman"/>
                <a:ea typeface="Times New Roman"/>
                <a:cs typeface="Times New Roman"/>
                <a:sym typeface="Times New Roman"/>
              </a:rPr>
              <a:t>Document Level achieves the best speedup at high workloads (3.9x at 10x multiplier), followed by Fine-grained-locking (3.3x) and Chunk-based (2.7x). Larger problem sizes better amortize parallelization overhead.</a:t>
            </a:r>
            <a:endParaRPr b="0" i="0" sz="12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14"/>
          <p:cNvSpPr txBox="1"/>
          <p:nvPr>
            <p:ph idx="1" type="body"/>
          </p:nvPr>
        </p:nvSpPr>
        <p:spPr>
          <a:xfrm>
            <a:off x="246583" y="4934254"/>
            <a:ext cx="7590300" cy="187800"/>
          </a:xfrm>
          <a:prstGeom prst="rect">
            <a:avLst/>
          </a:prstGeom>
          <a:noFill/>
          <a:ln>
            <a:noFill/>
          </a:ln>
        </p:spPr>
        <p:txBody>
          <a:bodyPr anchorCtr="0" anchor="t" bIns="45700" lIns="91425" spcFirstLastPara="1" rIns="91425" wrap="square" tIns="45700">
            <a:noAutofit/>
          </a:bodyPr>
          <a:lstStyle/>
          <a:p>
            <a:pPr indent="-228600" lvl="0" marL="228600" rtl="0" algn="l">
              <a:lnSpc>
                <a:spcPct val="90000"/>
              </a:lnSpc>
              <a:spcBef>
                <a:spcPts val="0"/>
              </a:spcBef>
              <a:spcAft>
                <a:spcPts val="0"/>
              </a:spcAft>
              <a:buClr>
                <a:schemeClr val="lt2"/>
              </a:buClr>
              <a:buSzPts val="1100"/>
              <a:buNone/>
            </a:pPr>
            <a:r>
              <a:rPr lang="it"/>
              <a:t>Experimental Results</a:t>
            </a:r>
            <a:endParaRPr/>
          </a:p>
        </p:txBody>
      </p:sp>
      <p:sp>
        <p:nvSpPr>
          <p:cNvPr id="249" name="Google Shape;249;p14"/>
          <p:cNvSpPr txBox="1"/>
          <p:nvPr>
            <p:ph type="title"/>
          </p:nvPr>
        </p:nvSpPr>
        <p:spPr>
          <a:xfrm>
            <a:off x="520051" y="782220"/>
            <a:ext cx="8103900" cy="641100"/>
          </a:xfrm>
          <a:prstGeom prst="rect">
            <a:avLst/>
          </a:prstGeom>
          <a:noFill/>
          <a:ln>
            <a:noFill/>
          </a:ln>
        </p:spPr>
        <p:txBody>
          <a:bodyPr anchorCtr="0" anchor="t" bIns="45700" lIns="91425" spcFirstLastPara="1" rIns="91425" wrap="square" tIns="45700">
            <a:noAutofit/>
          </a:bodyPr>
          <a:lstStyle/>
          <a:p>
            <a:pPr indent="0" lvl="0" marL="0" rtl="0" algn="l">
              <a:lnSpc>
                <a:spcPct val="120000"/>
              </a:lnSpc>
              <a:spcBef>
                <a:spcPts val="0"/>
              </a:spcBef>
              <a:spcAft>
                <a:spcPts val="0"/>
              </a:spcAft>
              <a:buClr>
                <a:schemeClr val="dk1"/>
              </a:buClr>
              <a:buSzPts val="2400"/>
              <a:buFont typeface="Verdana"/>
              <a:buNone/>
            </a:pPr>
            <a:r>
              <a:rPr lang="it"/>
              <a:t>Experimental Results - Bigrams - Statistics</a:t>
            </a:r>
            <a:endParaRPr/>
          </a:p>
        </p:txBody>
      </p:sp>
      <p:sp>
        <p:nvSpPr>
          <p:cNvPr id="250" name="Google Shape;250;p14"/>
          <p:cNvSpPr txBox="1"/>
          <p:nvPr/>
        </p:nvSpPr>
        <p:spPr>
          <a:xfrm>
            <a:off x="520050" y="3818700"/>
            <a:ext cx="7590300" cy="554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600"/>
              </a:spcAft>
              <a:buClr>
                <a:srgbClr val="000000"/>
              </a:buClr>
              <a:buSzPts val="1200"/>
              <a:buFont typeface="Arial"/>
              <a:buNone/>
            </a:pPr>
            <a:r>
              <a:rPr b="0" i="0" lang="it" sz="1200" u="none" cap="none" strike="noStrike">
                <a:solidFill>
                  <a:schemeClr val="dk1"/>
                </a:solidFill>
                <a:latin typeface="Times New Roman"/>
                <a:ea typeface="Times New Roman"/>
                <a:cs typeface="Times New Roman"/>
                <a:sym typeface="Times New Roman"/>
              </a:rPr>
              <a:t>The data closely follows the theoretical Zipf distribution. The histogram shows extreme skewness: over 2.3 million bigrams appear only once.</a:t>
            </a:r>
            <a:endParaRPr b="0" i="0" sz="1400" u="none" cap="none" strike="noStrike">
              <a:solidFill>
                <a:srgbClr val="000000"/>
              </a:solidFill>
              <a:latin typeface="Arial"/>
              <a:ea typeface="Arial"/>
              <a:cs typeface="Arial"/>
              <a:sym typeface="Arial"/>
            </a:endParaRPr>
          </a:p>
        </p:txBody>
      </p:sp>
      <p:pic>
        <p:nvPicPr>
          <p:cNvPr id="251" name="Google Shape;251;p14" title="2gram_zipf.png"/>
          <p:cNvPicPr preferRelativeResize="0"/>
          <p:nvPr/>
        </p:nvPicPr>
        <p:blipFill rotWithShape="1">
          <a:blip r:embed="rId3">
            <a:alphaModFix/>
          </a:blip>
          <a:srcRect b="0" l="0" r="0" t="0"/>
          <a:stretch/>
        </p:blipFill>
        <p:spPr>
          <a:xfrm>
            <a:off x="821725" y="1324812"/>
            <a:ext cx="6986947" cy="24938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5" name="Shape 255"/>
        <p:cNvGrpSpPr/>
        <p:nvPr/>
      </p:nvGrpSpPr>
      <p:grpSpPr>
        <a:xfrm>
          <a:off x="0" y="0"/>
          <a:ext cx="0" cy="0"/>
          <a:chOff x="0" y="0"/>
          <a:chExt cx="0" cy="0"/>
        </a:xfrm>
      </p:grpSpPr>
      <p:sp>
        <p:nvSpPr>
          <p:cNvPr id="256" name="Google Shape;256;p15"/>
          <p:cNvSpPr txBox="1"/>
          <p:nvPr>
            <p:ph idx="1" type="body"/>
          </p:nvPr>
        </p:nvSpPr>
        <p:spPr>
          <a:xfrm>
            <a:off x="246583" y="4934254"/>
            <a:ext cx="7590300" cy="187800"/>
          </a:xfrm>
          <a:prstGeom prst="rect">
            <a:avLst/>
          </a:prstGeom>
          <a:noFill/>
          <a:ln>
            <a:noFill/>
          </a:ln>
        </p:spPr>
        <p:txBody>
          <a:bodyPr anchorCtr="0" anchor="t" bIns="45700" lIns="91425" spcFirstLastPara="1" rIns="91425" wrap="square" tIns="45700">
            <a:noAutofit/>
          </a:bodyPr>
          <a:lstStyle/>
          <a:p>
            <a:pPr indent="-228600" lvl="0" marL="228600" rtl="0" algn="l">
              <a:lnSpc>
                <a:spcPct val="90000"/>
              </a:lnSpc>
              <a:spcBef>
                <a:spcPts val="0"/>
              </a:spcBef>
              <a:spcAft>
                <a:spcPts val="0"/>
              </a:spcAft>
              <a:buClr>
                <a:schemeClr val="lt2"/>
              </a:buClr>
              <a:buSzPts val="1100"/>
              <a:buNone/>
            </a:pPr>
            <a:r>
              <a:rPr lang="it"/>
              <a:t>Experimental Results</a:t>
            </a:r>
            <a:endParaRPr/>
          </a:p>
        </p:txBody>
      </p:sp>
      <p:sp>
        <p:nvSpPr>
          <p:cNvPr id="257" name="Google Shape;257;p15"/>
          <p:cNvSpPr txBox="1"/>
          <p:nvPr>
            <p:ph type="title"/>
          </p:nvPr>
        </p:nvSpPr>
        <p:spPr>
          <a:xfrm>
            <a:off x="520051" y="782220"/>
            <a:ext cx="8103900" cy="641100"/>
          </a:xfrm>
          <a:prstGeom prst="rect">
            <a:avLst/>
          </a:prstGeom>
          <a:noFill/>
          <a:ln>
            <a:noFill/>
          </a:ln>
        </p:spPr>
        <p:txBody>
          <a:bodyPr anchorCtr="0" anchor="t" bIns="45700" lIns="91425" spcFirstLastPara="1" rIns="91425" wrap="square" tIns="45700">
            <a:noAutofit/>
          </a:bodyPr>
          <a:lstStyle/>
          <a:p>
            <a:pPr indent="0" lvl="0" marL="0" rtl="0" algn="l">
              <a:lnSpc>
                <a:spcPct val="120000"/>
              </a:lnSpc>
              <a:spcBef>
                <a:spcPts val="0"/>
              </a:spcBef>
              <a:spcAft>
                <a:spcPts val="0"/>
              </a:spcAft>
              <a:buClr>
                <a:schemeClr val="dk1"/>
              </a:buClr>
              <a:buSzPts val="2400"/>
              <a:buFont typeface="Verdana"/>
              <a:buNone/>
            </a:pPr>
            <a:r>
              <a:rPr lang="it"/>
              <a:t>Experimental Results - Bigrams - Statistics</a:t>
            </a:r>
            <a:endParaRPr/>
          </a:p>
        </p:txBody>
      </p:sp>
      <p:sp>
        <p:nvSpPr>
          <p:cNvPr id="258" name="Google Shape;258;p15"/>
          <p:cNvSpPr txBox="1"/>
          <p:nvPr/>
        </p:nvSpPr>
        <p:spPr>
          <a:xfrm>
            <a:off x="520050" y="3903450"/>
            <a:ext cx="3565500" cy="923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600"/>
              </a:spcAft>
              <a:buClr>
                <a:srgbClr val="000000"/>
              </a:buClr>
              <a:buSzPts val="1200"/>
              <a:buFont typeface="Arial"/>
              <a:buNone/>
            </a:pPr>
            <a:r>
              <a:rPr b="0" i="0" lang="it" sz="1200" u="none" cap="none" strike="noStrike">
                <a:solidFill>
                  <a:schemeClr val="dk1"/>
                </a:solidFill>
                <a:latin typeface="Times New Roman"/>
                <a:ea typeface="Times New Roman"/>
                <a:cs typeface="Times New Roman"/>
                <a:sym typeface="Times New Roman"/>
              </a:rPr>
              <a:t>The most frequent bigram is "of the" with 139,216 occurrences, followed by "in the" (80,627) and "to the" (58,091). These function word combinations dominate English text.</a:t>
            </a:r>
            <a:endParaRPr b="0" i="0" sz="1200" u="none" cap="none" strike="noStrike">
              <a:solidFill>
                <a:schemeClr val="dk1"/>
              </a:solidFill>
              <a:latin typeface="Times New Roman"/>
              <a:ea typeface="Times New Roman"/>
              <a:cs typeface="Times New Roman"/>
              <a:sym typeface="Times New Roman"/>
            </a:endParaRPr>
          </a:p>
        </p:txBody>
      </p:sp>
      <p:pic>
        <p:nvPicPr>
          <p:cNvPr id="259" name="Google Shape;259;p15" title="2gram_top20.png"/>
          <p:cNvPicPr preferRelativeResize="0"/>
          <p:nvPr/>
        </p:nvPicPr>
        <p:blipFill rotWithShape="1">
          <a:blip r:embed="rId3">
            <a:alphaModFix/>
          </a:blip>
          <a:srcRect b="0" l="0" r="0" t="0"/>
          <a:stretch/>
        </p:blipFill>
        <p:spPr>
          <a:xfrm>
            <a:off x="520050" y="1526450"/>
            <a:ext cx="3565485" cy="2376999"/>
          </a:xfrm>
          <a:prstGeom prst="rect">
            <a:avLst/>
          </a:prstGeom>
          <a:noFill/>
          <a:ln>
            <a:noFill/>
          </a:ln>
        </p:spPr>
      </p:pic>
      <p:pic>
        <p:nvPicPr>
          <p:cNvPr id="260" name="Google Shape;260;p15" title="2gram_summary.png"/>
          <p:cNvPicPr preferRelativeResize="0"/>
          <p:nvPr/>
        </p:nvPicPr>
        <p:blipFill rotWithShape="1">
          <a:blip r:embed="rId4">
            <a:alphaModFix/>
          </a:blip>
          <a:srcRect b="0" l="0" r="0" t="0"/>
          <a:stretch/>
        </p:blipFill>
        <p:spPr>
          <a:xfrm>
            <a:off x="4305742" y="1526450"/>
            <a:ext cx="3692781" cy="2321100"/>
          </a:xfrm>
          <a:prstGeom prst="rect">
            <a:avLst/>
          </a:prstGeom>
          <a:noFill/>
          <a:ln>
            <a:noFill/>
          </a:ln>
        </p:spPr>
      </p:pic>
      <p:sp>
        <p:nvSpPr>
          <p:cNvPr id="261" name="Google Shape;261;p15"/>
          <p:cNvSpPr txBox="1"/>
          <p:nvPr/>
        </p:nvSpPr>
        <p:spPr>
          <a:xfrm>
            <a:off x="4305750" y="3950675"/>
            <a:ext cx="3692700" cy="554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400"/>
              </a:spcBef>
              <a:spcAft>
                <a:spcPts val="1000"/>
              </a:spcAft>
              <a:buClr>
                <a:srgbClr val="000000"/>
              </a:buClr>
              <a:buSzPts val="1200"/>
              <a:buFont typeface="Arial"/>
              <a:buNone/>
            </a:pPr>
            <a:r>
              <a:rPr b="0" i="0" lang="it" sz="1200" u="none" cap="none" strike="noStrike">
                <a:solidFill>
                  <a:schemeClr val="dk1"/>
                </a:solidFill>
                <a:latin typeface="Times New Roman"/>
                <a:ea typeface="Times New Roman"/>
                <a:cs typeface="Times New Roman"/>
                <a:sym typeface="Times New Roman"/>
              </a:rPr>
              <a:t>Key statistics: 18,461,127 total tokens, 3,411,552 unique bigrams, 67.9% hapax ratio, mean frequency 5.41.                 </a:t>
            </a:r>
            <a:endParaRPr b="0" i="0" sz="12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16"/>
          <p:cNvSpPr txBox="1"/>
          <p:nvPr>
            <p:ph idx="1" type="body"/>
          </p:nvPr>
        </p:nvSpPr>
        <p:spPr>
          <a:xfrm>
            <a:off x="246583" y="4934254"/>
            <a:ext cx="7590300" cy="187800"/>
          </a:xfrm>
          <a:prstGeom prst="rect">
            <a:avLst/>
          </a:prstGeom>
          <a:noFill/>
          <a:ln>
            <a:noFill/>
          </a:ln>
        </p:spPr>
        <p:txBody>
          <a:bodyPr anchorCtr="0" anchor="t" bIns="45700" lIns="91425" spcFirstLastPara="1" rIns="91425" wrap="square" tIns="45700">
            <a:noAutofit/>
          </a:bodyPr>
          <a:lstStyle/>
          <a:p>
            <a:pPr indent="-228600" lvl="0" marL="228600" rtl="0" algn="l">
              <a:lnSpc>
                <a:spcPct val="90000"/>
              </a:lnSpc>
              <a:spcBef>
                <a:spcPts val="0"/>
              </a:spcBef>
              <a:spcAft>
                <a:spcPts val="0"/>
              </a:spcAft>
              <a:buClr>
                <a:schemeClr val="lt2"/>
              </a:buClr>
              <a:buSzPts val="1100"/>
              <a:buNone/>
            </a:pPr>
            <a:r>
              <a:rPr lang="it"/>
              <a:t>Experimental Results</a:t>
            </a:r>
            <a:endParaRPr/>
          </a:p>
        </p:txBody>
      </p:sp>
      <p:sp>
        <p:nvSpPr>
          <p:cNvPr id="267" name="Google Shape;267;p16"/>
          <p:cNvSpPr txBox="1"/>
          <p:nvPr>
            <p:ph type="title"/>
          </p:nvPr>
        </p:nvSpPr>
        <p:spPr>
          <a:xfrm>
            <a:off x="520051" y="782220"/>
            <a:ext cx="8103900" cy="641100"/>
          </a:xfrm>
          <a:prstGeom prst="rect">
            <a:avLst/>
          </a:prstGeom>
          <a:noFill/>
          <a:ln>
            <a:noFill/>
          </a:ln>
        </p:spPr>
        <p:txBody>
          <a:bodyPr anchorCtr="0" anchor="t" bIns="45700" lIns="91425" spcFirstLastPara="1" rIns="91425" wrap="square" tIns="45700">
            <a:noAutofit/>
          </a:bodyPr>
          <a:lstStyle/>
          <a:p>
            <a:pPr indent="0" lvl="0" marL="0" rtl="0" algn="l">
              <a:lnSpc>
                <a:spcPct val="120000"/>
              </a:lnSpc>
              <a:spcBef>
                <a:spcPts val="0"/>
              </a:spcBef>
              <a:spcAft>
                <a:spcPts val="0"/>
              </a:spcAft>
              <a:buClr>
                <a:schemeClr val="dk1"/>
              </a:buClr>
              <a:buSzPts val="2400"/>
              <a:buFont typeface="Verdana"/>
              <a:buNone/>
            </a:pPr>
            <a:r>
              <a:rPr lang="it"/>
              <a:t>Experimental Results - Trigrams</a:t>
            </a:r>
            <a:endParaRPr/>
          </a:p>
        </p:txBody>
      </p:sp>
      <p:sp>
        <p:nvSpPr>
          <p:cNvPr id="268" name="Google Shape;268;p16"/>
          <p:cNvSpPr txBox="1"/>
          <p:nvPr/>
        </p:nvSpPr>
        <p:spPr>
          <a:xfrm>
            <a:off x="520050" y="3646200"/>
            <a:ext cx="3516300" cy="12930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600"/>
              </a:spcAft>
              <a:buClr>
                <a:srgbClr val="000000"/>
              </a:buClr>
              <a:buSzPts val="1200"/>
              <a:buFont typeface="Arial"/>
              <a:buNone/>
            </a:pPr>
            <a:r>
              <a:rPr b="0" i="0" lang="it" sz="1200" u="none" cap="none" strike="noStrike">
                <a:solidFill>
                  <a:schemeClr val="dk1"/>
                </a:solidFill>
                <a:latin typeface="Times New Roman"/>
                <a:ea typeface="Times New Roman"/>
                <a:cs typeface="Times New Roman"/>
                <a:sym typeface="Times New Roman"/>
              </a:rPr>
              <a:t>Trigram counting shows speedup values below 1.0 for lower thread counts, indicating the parallel overhead exceeds the benefits. Performance improves gradually, reaching approximately 1.0x speedup at 16 threads. This is due to the much larger vocabulary causing significant hash table overhead and cache misses.</a:t>
            </a:r>
            <a:endParaRPr b="0" i="0" sz="1200" u="none" cap="none" strike="noStrike">
              <a:solidFill>
                <a:schemeClr val="dk1"/>
              </a:solidFill>
              <a:latin typeface="Times New Roman"/>
              <a:ea typeface="Times New Roman"/>
              <a:cs typeface="Times New Roman"/>
              <a:sym typeface="Times New Roman"/>
            </a:endParaRPr>
          </a:p>
        </p:txBody>
      </p:sp>
      <p:pic>
        <p:nvPicPr>
          <p:cNvPr id="269" name="Google Shape;269;p16" title="thread_speedup.png"/>
          <p:cNvPicPr preferRelativeResize="0"/>
          <p:nvPr/>
        </p:nvPicPr>
        <p:blipFill rotWithShape="1">
          <a:blip r:embed="rId3">
            <a:alphaModFix/>
          </a:blip>
          <a:srcRect b="0" l="0" r="0" t="0"/>
          <a:stretch/>
        </p:blipFill>
        <p:spPr>
          <a:xfrm>
            <a:off x="520050" y="1536500"/>
            <a:ext cx="3516168" cy="2109701"/>
          </a:xfrm>
          <a:prstGeom prst="rect">
            <a:avLst/>
          </a:prstGeom>
          <a:noFill/>
          <a:ln>
            <a:noFill/>
          </a:ln>
        </p:spPr>
      </p:pic>
      <p:pic>
        <p:nvPicPr>
          <p:cNvPr id="270" name="Google Shape;270;p16" title="workload_speedup.png"/>
          <p:cNvPicPr preferRelativeResize="0"/>
          <p:nvPr/>
        </p:nvPicPr>
        <p:blipFill rotWithShape="1">
          <a:blip r:embed="rId4">
            <a:alphaModFix/>
          </a:blip>
          <a:srcRect b="0" l="0" r="0" t="0"/>
          <a:stretch/>
        </p:blipFill>
        <p:spPr>
          <a:xfrm>
            <a:off x="4410200" y="1536500"/>
            <a:ext cx="3455533" cy="2073320"/>
          </a:xfrm>
          <a:prstGeom prst="rect">
            <a:avLst/>
          </a:prstGeom>
          <a:noFill/>
          <a:ln>
            <a:noFill/>
          </a:ln>
        </p:spPr>
      </p:pic>
      <p:sp>
        <p:nvSpPr>
          <p:cNvPr id="271" name="Google Shape;271;p16"/>
          <p:cNvSpPr txBox="1"/>
          <p:nvPr/>
        </p:nvSpPr>
        <p:spPr>
          <a:xfrm>
            <a:off x="4572000" y="3646200"/>
            <a:ext cx="3516300" cy="12930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600"/>
              </a:spcAft>
              <a:buClr>
                <a:srgbClr val="000000"/>
              </a:buClr>
              <a:buSzPts val="1200"/>
              <a:buFont typeface="Arial"/>
              <a:buNone/>
            </a:pPr>
            <a:r>
              <a:rPr b="0" i="0" lang="it" sz="1200" u="none" cap="none" strike="noStrike">
                <a:solidFill>
                  <a:schemeClr val="dk1"/>
                </a:solidFill>
                <a:latin typeface="Times New Roman"/>
                <a:ea typeface="Times New Roman"/>
                <a:cs typeface="Times New Roman"/>
                <a:sym typeface="Times New Roman"/>
              </a:rPr>
              <a:t>Fine-grained-locking performs best for trigrams, reaching 1.95x speedup at 10x workload. This strategy better handles the larger vocabulary by distributing lock contention across shards. Document Level and Chunk-based strategies struggle with the merge overhead of 10M+ entry hash tables.</a:t>
            </a:r>
            <a:endParaRPr b="0" i="0" sz="12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5" name="Shape 275"/>
        <p:cNvGrpSpPr/>
        <p:nvPr/>
      </p:nvGrpSpPr>
      <p:grpSpPr>
        <a:xfrm>
          <a:off x="0" y="0"/>
          <a:ext cx="0" cy="0"/>
          <a:chOff x="0" y="0"/>
          <a:chExt cx="0" cy="0"/>
        </a:xfrm>
      </p:grpSpPr>
      <p:sp>
        <p:nvSpPr>
          <p:cNvPr id="276" name="Google Shape;276;p17"/>
          <p:cNvSpPr txBox="1"/>
          <p:nvPr>
            <p:ph idx="1" type="body"/>
          </p:nvPr>
        </p:nvSpPr>
        <p:spPr>
          <a:xfrm>
            <a:off x="246583" y="4934254"/>
            <a:ext cx="7590300" cy="187800"/>
          </a:xfrm>
          <a:prstGeom prst="rect">
            <a:avLst/>
          </a:prstGeom>
          <a:noFill/>
          <a:ln>
            <a:noFill/>
          </a:ln>
        </p:spPr>
        <p:txBody>
          <a:bodyPr anchorCtr="0" anchor="t" bIns="45700" lIns="91425" spcFirstLastPara="1" rIns="91425" wrap="square" tIns="45700">
            <a:noAutofit/>
          </a:bodyPr>
          <a:lstStyle/>
          <a:p>
            <a:pPr indent="-228600" lvl="0" marL="228600" rtl="0" algn="l">
              <a:lnSpc>
                <a:spcPct val="90000"/>
              </a:lnSpc>
              <a:spcBef>
                <a:spcPts val="0"/>
              </a:spcBef>
              <a:spcAft>
                <a:spcPts val="0"/>
              </a:spcAft>
              <a:buClr>
                <a:schemeClr val="lt2"/>
              </a:buClr>
              <a:buSzPts val="1100"/>
              <a:buNone/>
            </a:pPr>
            <a:r>
              <a:rPr lang="it"/>
              <a:t>Experimental Results</a:t>
            </a:r>
            <a:endParaRPr/>
          </a:p>
        </p:txBody>
      </p:sp>
      <p:sp>
        <p:nvSpPr>
          <p:cNvPr id="277" name="Google Shape;277;p17"/>
          <p:cNvSpPr txBox="1"/>
          <p:nvPr>
            <p:ph type="title"/>
          </p:nvPr>
        </p:nvSpPr>
        <p:spPr>
          <a:xfrm>
            <a:off x="520051" y="782220"/>
            <a:ext cx="8103900" cy="641100"/>
          </a:xfrm>
          <a:prstGeom prst="rect">
            <a:avLst/>
          </a:prstGeom>
          <a:noFill/>
          <a:ln>
            <a:noFill/>
          </a:ln>
        </p:spPr>
        <p:txBody>
          <a:bodyPr anchorCtr="0" anchor="t" bIns="45700" lIns="91425" spcFirstLastPara="1" rIns="91425" wrap="square" tIns="45700">
            <a:noAutofit/>
          </a:bodyPr>
          <a:lstStyle/>
          <a:p>
            <a:pPr indent="0" lvl="0" marL="0" rtl="0" algn="l">
              <a:lnSpc>
                <a:spcPct val="120000"/>
              </a:lnSpc>
              <a:spcBef>
                <a:spcPts val="0"/>
              </a:spcBef>
              <a:spcAft>
                <a:spcPts val="0"/>
              </a:spcAft>
              <a:buClr>
                <a:schemeClr val="dk1"/>
              </a:buClr>
              <a:buSzPts val="2400"/>
              <a:buFont typeface="Verdana"/>
              <a:buNone/>
            </a:pPr>
            <a:r>
              <a:rPr lang="it"/>
              <a:t>Experimental Results - Trigrams - Statistics</a:t>
            </a:r>
            <a:endParaRPr/>
          </a:p>
        </p:txBody>
      </p:sp>
      <p:sp>
        <p:nvSpPr>
          <p:cNvPr id="278" name="Google Shape;278;p17"/>
          <p:cNvSpPr txBox="1"/>
          <p:nvPr/>
        </p:nvSpPr>
        <p:spPr>
          <a:xfrm>
            <a:off x="520050" y="3818700"/>
            <a:ext cx="7590300" cy="554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600"/>
              </a:spcAft>
              <a:buClr>
                <a:srgbClr val="000000"/>
              </a:buClr>
              <a:buSzPts val="1200"/>
              <a:buFont typeface="Arial"/>
              <a:buNone/>
            </a:pPr>
            <a:r>
              <a:rPr b="0" i="0" lang="it" sz="1200" u="none" cap="none" strike="noStrike">
                <a:solidFill>
                  <a:schemeClr val="dk1"/>
                </a:solidFill>
                <a:latin typeface="Times New Roman"/>
                <a:ea typeface="Times New Roman"/>
                <a:cs typeface="Times New Roman"/>
                <a:sym typeface="Times New Roman"/>
              </a:rPr>
              <a:t>Trigrams show steeper Zipf decay than bigrams, with the vast majority appearing only once. The frequency histogram is even more skewed, with over 8.5 million hapax legomena.</a:t>
            </a:r>
            <a:endParaRPr b="0" i="0" sz="1200" u="none" cap="none" strike="noStrike">
              <a:solidFill>
                <a:schemeClr val="dk1"/>
              </a:solidFill>
              <a:latin typeface="Times New Roman"/>
              <a:ea typeface="Times New Roman"/>
              <a:cs typeface="Times New Roman"/>
              <a:sym typeface="Times New Roman"/>
            </a:endParaRPr>
          </a:p>
        </p:txBody>
      </p:sp>
      <p:pic>
        <p:nvPicPr>
          <p:cNvPr id="279" name="Google Shape;279;p17" title="3gram_zipf.png"/>
          <p:cNvPicPr preferRelativeResize="0"/>
          <p:nvPr/>
        </p:nvPicPr>
        <p:blipFill rotWithShape="1">
          <a:blip r:embed="rId3">
            <a:alphaModFix/>
          </a:blip>
          <a:srcRect b="0" l="0" r="0" t="0"/>
          <a:stretch/>
        </p:blipFill>
        <p:spPr>
          <a:xfrm>
            <a:off x="821725" y="1324812"/>
            <a:ext cx="6986947" cy="249387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3" name="Shape 283"/>
        <p:cNvGrpSpPr/>
        <p:nvPr/>
      </p:nvGrpSpPr>
      <p:grpSpPr>
        <a:xfrm>
          <a:off x="0" y="0"/>
          <a:ext cx="0" cy="0"/>
          <a:chOff x="0" y="0"/>
          <a:chExt cx="0" cy="0"/>
        </a:xfrm>
      </p:grpSpPr>
      <p:sp>
        <p:nvSpPr>
          <p:cNvPr id="284" name="Google Shape;284;p18"/>
          <p:cNvSpPr txBox="1"/>
          <p:nvPr>
            <p:ph idx="1" type="body"/>
          </p:nvPr>
        </p:nvSpPr>
        <p:spPr>
          <a:xfrm>
            <a:off x="246583" y="4934254"/>
            <a:ext cx="7590300" cy="187800"/>
          </a:xfrm>
          <a:prstGeom prst="rect">
            <a:avLst/>
          </a:prstGeom>
          <a:noFill/>
          <a:ln>
            <a:noFill/>
          </a:ln>
        </p:spPr>
        <p:txBody>
          <a:bodyPr anchorCtr="0" anchor="t" bIns="45700" lIns="91425" spcFirstLastPara="1" rIns="91425" wrap="square" tIns="45700">
            <a:noAutofit/>
          </a:bodyPr>
          <a:lstStyle/>
          <a:p>
            <a:pPr indent="-228600" lvl="0" marL="228600" rtl="0" algn="l">
              <a:lnSpc>
                <a:spcPct val="90000"/>
              </a:lnSpc>
              <a:spcBef>
                <a:spcPts val="0"/>
              </a:spcBef>
              <a:spcAft>
                <a:spcPts val="0"/>
              </a:spcAft>
              <a:buClr>
                <a:schemeClr val="lt2"/>
              </a:buClr>
              <a:buSzPts val="1100"/>
              <a:buNone/>
            </a:pPr>
            <a:r>
              <a:rPr lang="it"/>
              <a:t>Experimental Results</a:t>
            </a:r>
            <a:endParaRPr/>
          </a:p>
        </p:txBody>
      </p:sp>
      <p:sp>
        <p:nvSpPr>
          <p:cNvPr id="285" name="Google Shape;285;p18"/>
          <p:cNvSpPr txBox="1"/>
          <p:nvPr>
            <p:ph type="title"/>
          </p:nvPr>
        </p:nvSpPr>
        <p:spPr>
          <a:xfrm>
            <a:off x="520051" y="782220"/>
            <a:ext cx="8103900" cy="641100"/>
          </a:xfrm>
          <a:prstGeom prst="rect">
            <a:avLst/>
          </a:prstGeom>
          <a:noFill/>
          <a:ln>
            <a:noFill/>
          </a:ln>
        </p:spPr>
        <p:txBody>
          <a:bodyPr anchorCtr="0" anchor="t" bIns="45700" lIns="91425" spcFirstLastPara="1" rIns="91425" wrap="square" tIns="45700">
            <a:noAutofit/>
          </a:bodyPr>
          <a:lstStyle/>
          <a:p>
            <a:pPr indent="0" lvl="0" marL="0" rtl="0" algn="l">
              <a:lnSpc>
                <a:spcPct val="120000"/>
              </a:lnSpc>
              <a:spcBef>
                <a:spcPts val="0"/>
              </a:spcBef>
              <a:spcAft>
                <a:spcPts val="0"/>
              </a:spcAft>
              <a:buClr>
                <a:schemeClr val="dk1"/>
              </a:buClr>
              <a:buSzPts val="2400"/>
              <a:buFont typeface="Verdana"/>
              <a:buNone/>
            </a:pPr>
            <a:r>
              <a:rPr lang="it"/>
              <a:t>Experimental Results - Bigrams - Statistics</a:t>
            </a:r>
            <a:endParaRPr/>
          </a:p>
        </p:txBody>
      </p:sp>
      <p:sp>
        <p:nvSpPr>
          <p:cNvPr id="286" name="Google Shape;286;p18"/>
          <p:cNvSpPr txBox="1"/>
          <p:nvPr/>
        </p:nvSpPr>
        <p:spPr>
          <a:xfrm>
            <a:off x="520050" y="3903450"/>
            <a:ext cx="3565500" cy="923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600"/>
              </a:spcAft>
              <a:buClr>
                <a:srgbClr val="000000"/>
              </a:buClr>
              <a:buSzPts val="1200"/>
              <a:buFont typeface="Arial"/>
              <a:buNone/>
            </a:pPr>
            <a:r>
              <a:rPr b="0" i="0" lang="it" sz="1200" u="none" cap="none" strike="noStrike">
                <a:solidFill>
                  <a:schemeClr val="dk1"/>
                </a:solidFill>
                <a:latin typeface="Times New Roman"/>
                <a:ea typeface="Times New Roman"/>
                <a:cs typeface="Times New Roman"/>
                <a:sym typeface="Times New Roman"/>
              </a:rPr>
              <a:t>The most frequent trigram is "out of the" with 4,058 occurrences, followed by phrases like "one of the" (3,828) and "as well as" (2,794). Unlike bigrams, trigrams show more semantic content.</a:t>
            </a:r>
            <a:endParaRPr b="0" i="0" sz="1200" u="none" cap="none" strike="noStrike">
              <a:solidFill>
                <a:schemeClr val="dk1"/>
              </a:solidFill>
              <a:latin typeface="Times New Roman"/>
              <a:ea typeface="Times New Roman"/>
              <a:cs typeface="Times New Roman"/>
              <a:sym typeface="Times New Roman"/>
            </a:endParaRPr>
          </a:p>
        </p:txBody>
      </p:sp>
      <p:pic>
        <p:nvPicPr>
          <p:cNvPr id="287" name="Google Shape;287;p18" title="3gram_top20.png"/>
          <p:cNvPicPr preferRelativeResize="0"/>
          <p:nvPr/>
        </p:nvPicPr>
        <p:blipFill rotWithShape="1">
          <a:blip r:embed="rId3">
            <a:alphaModFix/>
          </a:blip>
          <a:srcRect b="0" l="0" r="0" t="0"/>
          <a:stretch/>
        </p:blipFill>
        <p:spPr>
          <a:xfrm>
            <a:off x="520050" y="1526450"/>
            <a:ext cx="3565485" cy="2376999"/>
          </a:xfrm>
          <a:prstGeom prst="rect">
            <a:avLst/>
          </a:prstGeom>
          <a:noFill/>
          <a:ln>
            <a:noFill/>
          </a:ln>
        </p:spPr>
      </p:pic>
      <p:pic>
        <p:nvPicPr>
          <p:cNvPr id="288" name="Google Shape;288;p18" title="3gram_summary.png"/>
          <p:cNvPicPr preferRelativeResize="0"/>
          <p:nvPr/>
        </p:nvPicPr>
        <p:blipFill rotWithShape="1">
          <a:blip r:embed="rId4">
            <a:alphaModFix/>
          </a:blip>
          <a:srcRect b="0" l="0" r="0" t="0"/>
          <a:stretch/>
        </p:blipFill>
        <p:spPr>
          <a:xfrm>
            <a:off x="4305825" y="1526450"/>
            <a:ext cx="3692700" cy="2377001"/>
          </a:xfrm>
          <a:prstGeom prst="rect">
            <a:avLst/>
          </a:prstGeom>
          <a:noFill/>
          <a:ln>
            <a:noFill/>
          </a:ln>
        </p:spPr>
      </p:pic>
      <p:sp>
        <p:nvSpPr>
          <p:cNvPr id="289" name="Google Shape;289;p18"/>
          <p:cNvSpPr txBox="1"/>
          <p:nvPr/>
        </p:nvSpPr>
        <p:spPr>
          <a:xfrm>
            <a:off x="4305750" y="3950675"/>
            <a:ext cx="4036200" cy="923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600"/>
              </a:spcAft>
              <a:buClr>
                <a:srgbClr val="000000"/>
              </a:buClr>
              <a:buSzPts val="1200"/>
              <a:buFont typeface="Arial"/>
              <a:buNone/>
            </a:pPr>
            <a:r>
              <a:rPr b="0" i="0" lang="it" sz="1200" u="none" cap="none" strike="noStrike">
                <a:solidFill>
                  <a:schemeClr val="dk1"/>
                </a:solidFill>
                <a:latin typeface="Times New Roman"/>
                <a:ea typeface="Times New Roman"/>
                <a:cs typeface="Times New Roman"/>
                <a:sym typeface="Times New Roman"/>
              </a:rPr>
              <a:t>Key statistics: 18,461,126 total tokens, 10,309,682 unique trigrams (3x more than bigrams), 83.0% hapax ratio (vs 67.9% for bigrams), mean frequency only 1.79. The much larger vocabulary explains the reduced parallel efficiency.              </a:t>
            </a:r>
            <a:endParaRPr b="0" i="0" sz="12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4" name="Shape 294"/>
        <p:cNvGrpSpPr/>
        <p:nvPr/>
      </p:nvGrpSpPr>
      <p:grpSpPr>
        <a:xfrm>
          <a:off x="0" y="0"/>
          <a:ext cx="0" cy="0"/>
          <a:chOff x="0" y="0"/>
          <a:chExt cx="0" cy="0"/>
        </a:xfrm>
      </p:grpSpPr>
      <p:sp>
        <p:nvSpPr>
          <p:cNvPr id="295" name="Google Shape;295;p19"/>
          <p:cNvSpPr txBox="1"/>
          <p:nvPr>
            <p:ph type="title"/>
          </p:nvPr>
        </p:nvSpPr>
        <p:spPr>
          <a:xfrm>
            <a:off x="698648" y="1206936"/>
            <a:ext cx="8261400" cy="705825"/>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lt1"/>
              </a:buClr>
              <a:buSzPts val="4500"/>
              <a:buFont typeface="Verdana"/>
              <a:buNone/>
            </a:pPr>
            <a:r>
              <a:rPr lang="it"/>
              <a:t>Conclusion</a:t>
            </a:r>
            <a:endParaRPr/>
          </a:p>
        </p:txBody>
      </p:sp>
      <p:sp>
        <p:nvSpPr>
          <p:cNvPr id="296" name="Google Shape;296;p19"/>
          <p:cNvSpPr txBox="1"/>
          <p:nvPr>
            <p:ph idx="1" type="body"/>
          </p:nvPr>
        </p:nvSpPr>
        <p:spPr>
          <a:xfrm>
            <a:off x="0" y="4956900"/>
            <a:ext cx="9264600" cy="186600"/>
          </a:xfrm>
          <a:prstGeom prst="rect">
            <a:avLst/>
          </a:prstGeom>
          <a:solidFill>
            <a:schemeClr val="lt1"/>
          </a:solidFill>
          <a:ln>
            <a:noFill/>
          </a:ln>
        </p:spPr>
        <p:txBody>
          <a:bodyPr anchorCtr="0" anchor="t" bIns="45700" lIns="91425" spcFirstLastPara="1" rIns="91425" wrap="square" tIns="45700">
            <a:noAutofit/>
          </a:bodyPr>
          <a:lstStyle/>
          <a:p>
            <a:pPr indent="-228600" lvl="0" marL="228600" rtl="0" algn="l">
              <a:lnSpc>
                <a:spcPct val="90000"/>
              </a:lnSpc>
              <a:spcBef>
                <a:spcPts val="0"/>
              </a:spcBef>
              <a:spcAft>
                <a:spcPts val="0"/>
              </a:spcAft>
              <a:buClr>
                <a:srgbClr val="004C7E"/>
              </a:buClr>
              <a:buSzPts val="1000"/>
              <a:buNone/>
            </a:pPr>
            <a:r>
              <a:rPr lang="it" sz="1100"/>
              <a:t>Conclusione</a:t>
            </a:r>
            <a:endParaRPr sz="1100"/>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Template UniFI">
  <a:themeElements>
    <a:clrScheme name="UniFi">
      <a:dk1>
        <a:srgbClr val="000000"/>
      </a:dk1>
      <a:lt1>
        <a:srgbClr val="FEFFFF"/>
      </a:lt1>
      <a:dk2>
        <a:srgbClr val="000000"/>
      </a:dk2>
      <a:lt2>
        <a:srgbClr val="FFFFFF"/>
      </a:lt2>
      <a:accent1>
        <a:srgbClr val="004C7E"/>
      </a:accent1>
      <a:accent2>
        <a:srgbClr val="6D8AAF"/>
      </a:accent2>
      <a:accent3>
        <a:srgbClr val="455C79"/>
      </a:accent3>
      <a:accent4>
        <a:srgbClr val="273583"/>
      </a:accent4>
      <a:accent5>
        <a:srgbClr val="A64040"/>
      </a:accent5>
      <a:accent6>
        <a:srgbClr val="931B17"/>
      </a:accent6>
      <a:hlink>
        <a:srgbClr val="004C7E"/>
      </a:hlink>
      <a:folHlink>
        <a:srgbClr val="84010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